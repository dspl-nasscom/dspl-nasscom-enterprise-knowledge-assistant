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71" r:id="rId5"/>
    <p:sldMasterId id="2147483672"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ACA1337-23DC-4595-9FFA-C639C8FD5CB8}">
  <a:tblStyle styleId="{8ACA1337-23DC-4595-9FFA-C639C8FD5CB8}"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d53d48a3cf_0_85:notes"/>
          <p:cNvSpPr/>
          <p:nvPr>
            <p:ph idx="2" type="sldImg"/>
          </p:nvPr>
        </p:nvSpPr>
        <p:spPr>
          <a:xfrm>
            <a:off x="-1555751" y="0"/>
            <a:ext cx="7112100" cy="3000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8" name="Google Shape;128;g3d53d48a3cf_0_85:notes"/>
          <p:cNvSpPr txBox="1"/>
          <p:nvPr>
            <p:ph idx="1" type="body"/>
          </p:nvPr>
        </p:nvSpPr>
        <p:spPr>
          <a:xfrm>
            <a:off x="0" y="0"/>
            <a:ext cx="39999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p:txBody>
      </p:sp>
      <p:sp>
        <p:nvSpPr>
          <p:cNvPr id="129" name="Google Shape;129;g3d53d48a3cf_0_85:notes"/>
          <p:cNvSpPr txBox="1"/>
          <p:nvPr>
            <p:ph idx="12" type="sldNum"/>
          </p:nvPr>
        </p:nvSpPr>
        <p:spPr>
          <a:xfrm>
            <a:off x="0" y="0"/>
            <a:ext cx="39999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d53d48a3cf_0_174:notes"/>
          <p:cNvSpPr/>
          <p:nvPr>
            <p:ph idx="2" type="sldImg"/>
          </p:nvPr>
        </p:nvSpPr>
        <p:spPr>
          <a:xfrm>
            <a:off x="-1555751" y="0"/>
            <a:ext cx="7112100" cy="3000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9" name="Google Shape;139;g3d53d48a3cf_0_174:notes"/>
          <p:cNvSpPr txBox="1"/>
          <p:nvPr>
            <p:ph idx="1" type="body"/>
          </p:nvPr>
        </p:nvSpPr>
        <p:spPr>
          <a:xfrm>
            <a:off x="0" y="0"/>
            <a:ext cx="39999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p:txBody>
      </p:sp>
      <p:sp>
        <p:nvSpPr>
          <p:cNvPr id="140" name="Google Shape;140;g3d53d48a3cf_0_174:notes"/>
          <p:cNvSpPr txBox="1"/>
          <p:nvPr>
            <p:ph idx="12" type="sldNum"/>
          </p:nvPr>
        </p:nvSpPr>
        <p:spPr>
          <a:xfrm>
            <a:off x="0" y="0"/>
            <a:ext cx="39999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d53d48a3cf_2_27:notes"/>
          <p:cNvSpPr/>
          <p:nvPr>
            <p:ph idx="2" type="sldImg"/>
          </p:nvPr>
        </p:nvSpPr>
        <p:spPr>
          <a:xfrm>
            <a:off x="-1555751" y="0"/>
            <a:ext cx="7112100" cy="3000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7" name="Google Shape;147;g3d53d48a3cf_2_27:notes"/>
          <p:cNvSpPr txBox="1"/>
          <p:nvPr>
            <p:ph idx="1" type="body"/>
          </p:nvPr>
        </p:nvSpPr>
        <p:spPr>
          <a:xfrm>
            <a:off x="0" y="0"/>
            <a:ext cx="39999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p:txBody>
      </p:sp>
      <p:sp>
        <p:nvSpPr>
          <p:cNvPr id="148" name="Google Shape;148;g3d53d48a3cf_2_27:notes"/>
          <p:cNvSpPr txBox="1"/>
          <p:nvPr>
            <p:ph idx="12" type="sldNum"/>
          </p:nvPr>
        </p:nvSpPr>
        <p:spPr>
          <a:xfrm>
            <a:off x="0" y="0"/>
            <a:ext cx="39999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3decc46255b_0_7:notes"/>
          <p:cNvSpPr/>
          <p:nvPr>
            <p:ph idx="2" type="sldImg"/>
          </p:nvPr>
        </p:nvSpPr>
        <p:spPr>
          <a:xfrm>
            <a:off x="-1555751" y="0"/>
            <a:ext cx="7112100" cy="3000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5" name="Google Shape;155;g3decc46255b_0_7:notes"/>
          <p:cNvSpPr txBox="1"/>
          <p:nvPr>
            <p:ph idx="1" type="body"/>
          </p:nvPr>
        </p:nvSpPr>
        <p:spPr>
          <a:xfrm>
            <a:off x="0" y="0"/>
            <a:ext cx="39999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p:txBody>
      </p:sp>
      <p:sp>
        <p:nvSpPr>
          <p:cNvPr id="156" name="Google Shape;156;g3decc46255b_0_7:notes"/>
          <p:cNvSpPr txBox="1"/>
          <p:nvPr>
            <p:ph idx="12" type="sldNum"/>
          </p:nvPr>
        </p:nvSpPr>
        <p:spPr>
          <a:xfrm>
            <a:off x="0" y="0"/>
            <a:ext cx="39999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d53d48a3cf_2_57:notes"/>
          <p:cNvSpPr/>
          <p:nvPr>
            <p:ph idx="2" type="sldImg"/>
          </p:nvPr>
        </p:nvSpPr>
        <p:spPr>
          <a:xfrm>
            <a:off x="-1555751" y="0"/>
            <a:ext cx="7112100" cy="3000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3" name="Google Shape;163;g3d53d48a3cf_2_57:notes"/>
          <p:cNvSpPr txBox="1"/>
          <p:nvPr>
            <p:ph idx="1" type="body"/>
          </p:nvPr>
        </p:nvSpPr>
        <p:spPr>
          <a:xfrm>
            <a:off x="0" y="0"/>
            <a:ext cx="39999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p:txBody>
      </p:sp>
      <p:sp>
        <p:nvSpPr>
          <p:cNvPr id="164" name="Google Shape;164;g3d53d48a3cf_2_57:notes"/>
          <p:cNvSpPr txBox="1"/>
          <p:nvPr>
            <p:ph idx="12" type="sldNum"/>
          </p:nvPr>
        </p:nvSpPr>
        <p:spPr>
          <a:xfrm>
            <a:off x="0" y="0"/>
            <a:ext cx="39999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d53d48a3cf_0_330:notes"/>
          <p:cNvSpPr/>
          <p:nvPr>
            <p:ph idx="2" type="sldImg"/>
          </p:nvPr>
        </p:nvSpPr>
        <p:spPr>
          <a:xfrm>
            <a:off x="-1555751" y="0"/>
            <a:ext cx="7112100" cy="3000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1" name="Google Shape;171;g3d53d48a3cf_0_330:notes"/>
          <p:cNvSpPr txBox="1"/>
          <p:nvPr>
            <p:ph idx="1" type="body"/>
          </p:nvPr>
        </p:nvSpPr>
        <p:spPr>
          <a:xfrm>
            <a:off x="0" y="0"/>
            <a:ext cx="39999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p:txBody>
      </p:sp>
      <p:sp>
        <p:nvSpPr>
          <p:cNvPr id="172" name="Google Shape;172;g3d53d48a3cf_0_330:notes"/>
          <p:cNvSpPr txBox="1"/>
          <p:nvPr>
            <p:ph idx="12" type="sldNum"/>
          </p:nvPr>
        </p:nvSpPr>
        <p:spPr>
          <a:xfrm>
            <a:off x="0" y="0"/>
            <a:ext cx="39999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3d53d48a3cf_2_72:notes"/>
          <p:cNvSpPr/>
          <p:nvPr>
            <p:ph idx="2" type="sldImg"/>
          </p:nvPr>
        </p:nvSpPr>
        <p:spPr>
          <a:xfrm>
            <a:off x="-1555751" y="0"/>
            <a:ext cx="7112100" cy="3000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0" name="Google Shape;190;g3d53d48a3cf_2_72:notes"/>
          <p:cNvSpPr txBox="1"/>
          <p:nvPr>
            <p:ph idx="1" type="body"/>
          </p:nvPr>
        </p:nvSpPr>
        <p:spPr>
          <a:xfrm>
            <a:off x="0" y="0"/>
            <a:ext cx="39999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p:txBody>
      </p:sp>
      <p:sp>
        <p:nvSpPr>
          <p:cNvPr id="191" name="Google Shape;191;g3d53d48a3cf_2_72:notes"/>
          <p:cNvSpPr txBox="1"/>
          <p:nvPr>
            <p:ph idx="12" type="sldNum"/>
          </p:nvPr>
        </p:nvSpPr>
        <p:spPr>
          <a:xfrm>
            <a:off x="0" y="0"/>
            <a:ext cx="39999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3d53d48a3cf_2_139:notes"/>
          <p:cNvSpPr/>
          <p:nvPr>
            <p:ph idx="2" type="sldImg"/>
          </p:nvPr>
        </p:nvSpPr>
        <p:spPr>
          <a:xfrm>
            <a:off x="-1555751" y="0"/>
            <a:ext cx="7112100" cy="3000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8" name="Google Shape;198;g3d53d48a3cf_2_139:notes"/>
          <p:cNvSpPr txBox="1"/>
          <p:nvPr>
            <p:ph idx="1" type="body"/>
          </p:nvPr>
        </p:nvSpPr>
        <p:spPr>
          <a:xfrm>
            <a:off x="0" y="0"/>
            <a:ext cx="39999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p:txBody>
      </p:sp>
      <p:sp>
        <p:nvSpPr>
          <p:cNvPr id="199" name="Google Shape;199;g3d53d48a3cf_2_139:notes"/>
          <p:cNvSpPr txBox="1"/>
          <p:nvPr>
            <p:ph idx="12" type="sldNum"/>
          </p:nvPr>
        </p:nvSpPr>
        <p:spPr>
          <a:xfrm>
            <a:off x="0" y="0"/>
            <a:ext cx="39999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3decc46255b_0_26:notes"/>
          <p:cNvSpPr/>
          <p:nvPr>
            <p:ph idx="2" type="sldImg"/>
          </p:nvPr>
        </p:nvSpPr>
        <p:spPr>
          <a:xfrm>
            <a:off x="-1555751" y="0"/>
            <a:ext cx="7112100" cy="3000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6" name="Google Shape;206;g3decc46255b_0_26:notes"/>
          <p:cNvSpPr txBox="1"/>
          <p:nvPr>
            <p:ph idx="1" type="body"/>
          </p:nvPr>
        </p:nvSpPr>
        <p:spPr>
          <a:xfrm>
            <a:off x="0" y="0"/>
            <a:ext cx="39999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p:txBody>
      </p:sp>
      <p:sp>
        <p:nvSpPr>
          <p:cNvPr id="207" name="Google Shape;207;g3decc46255b_0_26:notes"/>
          <p:cNvSpPr txBox="1"/>
          <p:nvPr>
            <p:ph idx="12" type="sldNum"/>
          </p:nvPr>
        </p:nvSpPr>
        <p:spPr>
          <a:xfrm>
            <a:off x="0" y="0"/>
            <a:ext cx="39999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3d53d48a3cf_2_100:notes"/>
          <p:cNvSpPr/>
          <p:nvPr>
            <p:ph idx="2" type="sldImg"/>
          </p:nvPr>
        </p:nvSpPr>
        <p:spPr>
          <a:xfrm>
            <a:off x="-1555751" y="0"/>
            <a:ext cx="7112100" cy="3000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4" name="Google Shape;214;g3d53d48a3cf_2_100:notes"/>
          <p:cNvSpPr txBox="1"/>
          <p:nvPr>
            <p:ph idx="1" type="body"/>
          </p:nvPr>
        </p:nvSpPr>
        <p:spPr>
          <a:xfrm>
            <a:off x="0" y="0"/>
            <a:ext cx="39999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p:txBody>
      </p:sp>
      <p:sp>
        <p:nvSpPr>
          <p:cNvPr id="215" name="Google Shape;215;g3d53d48a3cf_2_100:notes"/>
          <p:cNvSpPr txBox="1"/>
          <p:nvPr>
            <p:ph idx="12" type="sldNum"/>
          </p:nvPr>
        </p:nvSpPr>
        <p:spPr>
          <a:xfrm>
            <a:off x="0" y="0"/>
            <a:ext cx="39999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6" name="Shape 56"/>
        <p:cNvGrpSpPr/>
        <p:nvPr/>
      </p:nvGrpSpPr>
      <p:grpSpPr>
        <a:xfrm>
          <a:off x="0" y="0"/>
          <a:ext cx="0" cy="0"/>
          <a:chOff x="0" y="0"/>
          <a:chExt cx="0" cy="0"/>
        </a:xfrm>
      </p:grpSpPr>
      <p:sp>
        <p:nvSpPr>
          <p:cNvPr id="57" name="Google Shape;57;p14"/>
          <p:cNvSpPr txBox="1"/>
          <p:nvPr>
            <p:ph idx="10" type="dt"/>
          </p:nvPr>
        </p:nvSpPr>
        <p:spPr>
          <a:xfrm>
            <a:off x="365760" y="4988996"/>
            <a:ext cx="1707000" cy="286500"/>
          </a:xfrm>
          <a:prstGeom prst="rect">
            <a:avLst/>
          </a:prstGeom>
          <a:noFill/>
          <a:ln>
            <a:noFill/>
          </a:ln>
        </p:spPr>
        <p:txBody>
          <a:bodyPr anchorCtr="0" anchor="ctr" bIns="36325" lIns="72675" spcFirstLastPara="1" rIns="72675" wrap="square" tIns="3632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8" name="Google Shape;58;p14"/>
          <p:cNvSpPr txBox="1"/>
          <p:nvPr>
            <p:ph idx="11" type="ftr"/>
          </p:nvPr>
        </p:nvSpPr>
        <p:spPr>
          <a:xfrm>
            <a:off x="2499360" y="4988996"/>
            <a:ext cx="2316600" cy="286500"/>
          </a:xfrm>
          <a:prstGeom prst="rect">
            <a:avLst/>
          </a:prstGeom>
          <a:noFill/>
          <a:ln>
            <a:noFill/>
          </a:ln>
        </p:spPr>
        <p:txBody>
          <a:bodyPr anchorCtr="0" anchor="ctr" bIns="36325" lIns="72675" spcFirstLastPara="1" rIns="72675" wrap="square" tIns="3632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Google Shape;59;p14"/>
          <p:cNvSpPr txBox="1"/>
          <p:nvPr>
            <p:ph idx="12" type="sldNum"/>
          </p:nvPr>
        </p:nvSpPr>
        <p:spPr>
          <a:xfrm>
            <a:off x="5242560" y="4988996"/>
            <a:ext cx="1707000" cy="286500"/>
          </a:xfrm>
          <a:prstGeom prst="rect">
            <a:avLst/>
          </a:prstGeom>
          <a:noFill/>
          <a:ln>
            <a:noFill/>
          </a:ln>
        </p:spPr>
        <p:txBody>
          <a:bodyPr anchorCtr="0" anchor="ctr" bIns="36325" lIns="72675" spcFirstLastPara="1" rIns="72675" wrap="square" tIns="3632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0" name="Shape 60"/>
        <p:cNvGrpSpPr/>
        <p:nvPr/>
      </p:nvGrpSpPr>
      <p:grpSpPr>
        <a:xfrm>
          <a:off x="0" y="0"/>
          <a:ext cx="0" cy="0"/>
          <a:chOff x="0" y="0"/>
          <a:chExt cx="0" cy="0"/>
        </a:xfrm>
      </p:grpSpPr>
      <p:sp>
        <p:nvSpPr>
          <p:cNvPr id="61" name="Google Shape;61;p15"/>
          <p:cNvSpPr txBox="1"/>
          <p:nvPr>
            <p:ph type="ctrTitle"/>
          </p:nvPr>
        </p:nvSpPr>
        <p:spPr>
          <a:xfrm>
            <a:off x="548640" y="1672136"/>
            <a:ext cx="6217800" cy="1153800"/>
          </a:xfrm>
          <a:prstGeom prst="rect">
            <a:avLst/>
          </a:prstGeom>
          <a:noFill/>
          <a:ln>
            <a:noFill/>
          </a:ln>
        </p:spPr>
        <p:txBody>
          <a:bodyPr anchorCtr="0" anchor="ctr" bIns="36325" lIns="72675" spcFirstLastPara="1" rIns="72675" wrap="square" tIns="3632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2" name="Google Shape;62;p15"/>
          <p:cNvSpPr txBox="1"/>
          <p:nvPr>
            <p:ph idx="1" type="subTitle"/>
          </p:nvPr>
        </p:nvSpPr>
        <p:spPr>
          <a:xfrm>
            <a:off x="1097280" y="3050215"/>
            <a:ext cx="5120700" cy="1375500"/>
          </a:xfrm>
          <a:prstGeom prst="rect">
            <a:avLst/>
          </a:prstGeom>
          <a:noFill/>
          <a:ln>
            <a:noFill/>
          </a:ln>
        </p:spPr>
        <p:txBody>
          <a:bodyPr anchorCtr="0" anchor="t" bIns="36325" lIns="72675" spcFirstLastPara="1" rIns="72675" wrap="square" tIns="36325">
            <a:normAutofit/>
          </a:bodyPr>
          <a:lstStyle>
            <a:lvl1pPr lvl="0" algn="ctr">
              <a:spcBef>
                <a:spcPts val="500"/>
              </a:spcBef>
              <a:spcAft>
                <a:spcPts val="0"/>
              </a:spcAft>
              <a:buClr>
                <a:srgbClr val="888888"/>
              </a:buClr>
              <a:buSzPts val="2500"/>
              <a:buNone/>
              <a:defRPr>
                <a:solidFill>
                  <a:srgbClr val="888888"/>
                </a:solidFill>
              </a:defRPr>
            </a:lvl1pPr>
            <a:lvl2pPr lvl="1" algn="ctr">
              <a:spcBef>
                <a:spcPts val="400"/>
              </a:spcBef>
              <a:spcAft>
                <a:spcPts val="0"/>
              </a:spcAft>
              <a:buClr>
                <a:srgbClr val="888888"/>
              </a:buClr>
              <a:buSzPts val="2200"/>
              <a:buNone/>
              <a:defRPr>
                <a:solidFill>
                  <a:srgbClr val="888888"/>
                </a:solidFill>
              </a:defRPr>
            </a:lvl2pPr>
            <a:lvl3pPr lvl="2" algn="ctr">
              <a:spcBef>
                <a:spcPts val="400"/>
              </a:spcBef>
              <a:spcAft>
                <a:spcPts val="0"/>
              </a:spcAft>
              <a:buClr>
                <a:srgbClr val="888888"/>
              </a:buClr>
              <a:buSzPts val="1900"/>
              <a:buNone/>
              <a:defRPr>
                <a:solidFill>
                  <a:srgbClr val="888888"/>
                </a:solidFill>
              </a:defRPr>
            </a:lvl3pPr>
            <a:lvl4pPr lvl="3" algn="ctr">
              <a:spcBef>
                <a:spcPts val="300"/>
              </a:spcBef>
              <a:spcAft>
                <a:spcPts val="0"/>
              </a:spcAft>
              <a:buClr>
                <a:srgbClr val="888888"/>
              </a:buClr>
              <a:buSzPts val="1600"/>
              <a:buNone/>
              <a:defRPr>
                <a:solidFill>
                  <a:srgbClr val="888888"/>
                </a:solidFill>
              </a:defRPr>
            </a:lvl4pPr>
            <a:lvl5pPr lvl="4" algn="ctr">
              <a:spcBef>
                <a:spcPts val="300"/>
              </a:spcBef>
              <a:spcAft>
                <a:spcPts val="0"/>
              </a:spcAft>
              <a:buClr>
                <a:srgbClr val="888888"/>
              </a:buClr>
              <a:buSzPts val="1600"/>
              <a:buNone/>
              <a:defRPr>
                <a:solidFill>
                  <a:srgbClr val="888888"/>
                </a:solidFill>
              </a:defRPr>
            </a:lvl5pPr>
            <a:lvl6pPr lvl="5" algn="ctr">
              <a:spcBef>
                <a:spcPts val="300"/>
              </a:spcBef>
              <a:spcAft>
                <a:spcPts val="0"/>
              </a:spcAft>
              <a:buClr>
                <a:srgbClr val="888888"/>
              </a:buClr>
              <a:buSzPts val="1600"/>
              <a:buNone/>
              <a:defRPr>
                <a:solidFill>
                  <a:srgbClr val="888888"/>
                </a:solidFill>
              </a:defRPr>
            </a:lvl6pPr>
            <a:lvl7pPr lvl="6" algn="ctr">
              <a:spcBef>
                <a:spcPts val="300"/>
              </a:spcBef>
              <a:spcAft>
                <a:spcPts val="0"/>
              </a:spcAft>
              <a:buClr>
                <a:srgbClr val="888888"/>
              </a:buClr>
              <a:buSzPts val="1600"/>
              <a:buNone/>
              <a:defRPr>
                <a:solidFill>
                  <a:srgbClr val="888888"/>
                </a:solidFill>
              </a:defRPr>
            </a:lvl7pPr>
            <a:lvl8pPr lvl="7" algn="ctr">
              <a:spcBef>
                <a:spcPts val="300"/>
              </a:spcBef>
              <a:spcAft>
                <a:spcPts val="0"/>
              </a:spcAft>
              <a:buClr>
                <a:srgbClr val="888888"/>
              </a:buClr>
              <a:buSzPts val="1600"/>
              <a:buNone/>
              <a:defRPr>
                <a:solidFill>
                  <a:srgbClr val="888888"/>
                </a:solidFill>
              </a:defRPr>
            </a:lvl8pPr>
            <a:lvl9pPr lvl="8" algn="ctr">
              <a:spcBef>
                <a:spcPts val="300"/>
              </a:spcBef>
              <a:spcAft>
                <a:spcPts val="0"/>
              </a:spcAft>
              <a:buClr>
                <a:srgbClr val="888888"/>
              </a:buClr>
              <a:buSzPts val="1600"/>
              <a:buNone/>
              <a:defRPr>
                <a:solidFill>
                  <a:srgbClr val="888888"/>
                </a:solidFill>
              </a:defRPr>
            </a:lvl9pPr>
          </a:lstStyle>
          <a:p/>
        </p:txBody>
      </p:sp>
      <p:sp>
        <p:nvSpPr>
          <p:cNvPr id="63" name="Google Shape;63;p15"/>
          <p:cNvSpPr txBox="1"/>
          <p:nvPr>
            <p:ph idx="10" type="dt"/>
          </p:nvPr>
        </p:nvSpPr>
        <p:spPr>
          <a:xfrm>
            <a:off x="365760" y="4988996"/>
            <a:ext cx="1707000" cy="286500"/>
          </a:xfrm>
          <a:prstGeom prst="rect">
            <a:avLst/>
          </a:prstGeom>
          <a:noFill/>
          <a:ln>
            <a:noFill/>
          </a:ln>
        </p:spPr>
        <p:txBody>
          <a:bodyPr anchorCtr="0" anchor="ctr" bIns="36325" lIns="72675" spcFirstLastPara="1" rIns="72675" wrap="square" tIns="3632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4" name="Google Shape;64;p15"/>
          <p:cNvSpPr txBox="1"/>
          <p:nvPr>
            <p:ph idx="11" type="ftr"/>
          </p:nvPr>
        </p:nvSpPr>
        <p:spPr>
          <a:xfrm>
            <a:off x="2499360" y="4988996"/>
            <a:ext cx="2316600" cy="286500"/>
          </a:xfrm>
          <a:prstGeom prst="rect">
            <a:avLst/>
          </a:prstGeom>
          <a:noFill/>
          <a:ln>
            <a:noFill/>
          </a:ln>
        </p:spPr>
        <p:txBody>
          <a:bodyPr anchorCtr="0" anchor="ctr" bIns="36325" lIns="72675" spcFirstLastPara="1" rIns="72675" wrap="square" tIns="3632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5" name="Google Shape;65;p15"/>
          <p:cNvSpPr txBox="1"/>
          <p:nvPr>
            <p:ph idx="12" type="sldNum"/>
          </p:nvPr>
        </p:nvSpPr>
        <p:spPr>
          <a:xfrm>
            <a:off x="5242560" y="4988996"/>
            <a:ext cx="1707000" cy="286500"/>
          </a:xfrm>
          <a:prstGeom prst="rect">
            <a:avLst/>
          </a:prstGeom>
          <a:noFill/>
          <a:ln>
            <a:noFill/>
          </a:ln>
        </p:spPr>
        <p:txBody>
          <a:bodyPr anchorCtr="0" anchor="ctr" bIns="36325" lIns="72675" spcFirstLastPara="1" rIns="72675" wrap="square" tIns="3632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6" name="Shape 66"/>
        <p:cNvGrpSpPr/>
        <p:nvPr/>
      </p:nvGrpSpPr>
      <p:grpSpPr>
        <a:xfrm>
          <a:off x="0" y="0"/>
          <a:ext cx="0" cy="0"/>
          <a:chOff x="0" y="0"/>
          <a:chExt cx="0" cy="0"/>
        </a:xfrm>
      </p:grpSpPr>
      <p:sp>
        <p:nvSpPr>
          <p:cNvPr id="67" name="Google Shape;67;p16"/>
          <p:cNvSpPr txBox="1"/>
          <p:nvPr>
            <p:ph type="title"/>
          </p:nvPr>
        </p:nvSpPr>
        <p:spPr>
          <a:xfrm>
            <a:off x="365760" y="215559"/>
            <a:ext cx="6583800" cy="897000"/>
          </a:xfrm>
          <a:prstGeom prst="rect">
            <a:avLst/>
          </a:prstGeom>
          <a:noFill/>
          <a:ln>
            <a:noFill/>
          </a:ln>
        </p:spPr>
        <p:txBody>
          <a:bodyPr anchorCtr="0" anchor="ctr" bIns="36325" lIns="72675" spcFirstLastPara="1" rIns="72675" wrap="square" tIns="3632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8" name="Google Shape;68;p16"/>
          <p:cNvSpPr txBox="1"/>
          <p:nvPr>
            <p:ph idx="1" type="body"/>
          </p:nvPr>
        </p:nvSpPr>
        <p:spPr>
          <a:xfrm>
            <a:off x="365760" y="1255971"/>
            <a:ext cx="6583800" cy="3552600"/>
          </a:xfrm>
          <a:prstGeom prst="rect">
            <a:avLst/>
          </a:prstGeom>
          <a:noFill/>
          <a:ln>
            <a:noFill/>
          </a:ln>
        </p:spPr>
        <p:txBody>
          <a:bodyPr anchorCtr="0" anchor="t" bIns="36325" lIns="72675" spcFirstLastPara="1" rIns="72675" wrap="square" tIns="36325">
            <a:normAutofit/>
          </a:bodyPr>
          <a:lstStyle>
            <a:lvl1pPr indent="-317500" lvl="0" marL="457200" algn="l">
              <a:spcBef>
                <a:spcPts val="300"/>
              </a:spcBef>
              <a:spcAft>
                <a:spcPts val="0"/>
              </a:spcAft>
              <a:buClr>
                <a:schemeClr val="dk1"/>
              </a:buClr>
              <a:buSzPts val="1400"/>
              <a:buChar char="•"/>
              <a:defRPr/>
            </a:lvl1pPr>
            <a:lvl2pPr indent="-317500" lvl="1" marL="914400" algn="l">
              <a:spcBef>
                <a:spcPts val="300"/>
              </a:spcBef>
              <a:spcAft>
                <a:spcPts val="0"/>
              </a:spcAft>
              <a:buClr>
                <a:schemeClr val="dk1"/>
              </a:buClr>
              <a:buSzPts val="1400"/>
              <a:buChar char="–"/>
              <a:defRPr/>
            </a:lvl2pPr>
            <a:lvl3pPr indent="-317500" lvl="2" marL="1371600" algn="l">
              <a:spcBef>
                <a:spcPts val="300"/>
              </a:spcBef>
              <a:spcAft>
                <a:spcPts val="0"/>
              </a:spcAft>
              <a:buClr>
                <a:schemeClr val="dk1"/>
              </a:buClr>
              <a:buSzPts val="1400"/>
              <a:buChar char="•"/>
              <a:defRPr/>
            </a:lvl3pPr>
            <a:lvl4pPr indent="-317500" lvl="3" marL="1828800" algn="l">
              <a:spcBef>
                <a:spcPts val="300"/>
              </a:spcBef>
              <a:spcAft>
                <a:spcPts val="0"/>
              </a:spcAft>
              <a:buClr>
                <a:schemeClr val="dk1"/>
              </a:buClr>
              <a:buSzPts val="1400"/>
              <a:buChar char="–"/>
              <a:defRPr/>
            </a:lvl4pPr>
            <a:lvl5pPr indent="-317500" lvl="4" marL="2286000" algn="l">
              <a:spcBef>
                <a:spcPts val="300"/>
              </a:spcBef>
              <a:spcAft>
                <a:spcPts val="0"/>
              </a:spcAft>
              <a:buClr>
                <a:schemeClr val="dk1"/>
              </a:buClr>
              <a:buSzPts val="1400"/>
              <a:buChar char="»"/>
              <a:defRPr/>
            </a:lvl5pPr>
            <a:lvl6pPr indent="-317500" lvl="5" marL="2743200" algn="l">
              <a:spcBef>
                <a:spcPts val="300"/>
              </a:spcBef>
              <a:spcAft>
                <a:spcPts val="0"/>
              </a:spcAft>
              <a:buClr>
                <a:schemeClr val="dk1"/>
              </a:buClr>
              <a:buSzPts val="1400"/>
              <a:buChar char="•"/>
              <a:defRPr/>
            </a:lvl6pPr>
            <a:lvl7pPr indent="-317500" lvl="6" marL="3200400" algn="l">
              <a:spcBef>
                <a:spcPts val="300"/>
              </a:spcBef>
              <a:spcAft>
                <a:spcPts val="0"/>
              </a:spcAft>
              <a:buClr>
                <a:schemeClr val="dk1"/>
              </a:buClr>
              <a:buSzPts val="1400"/>
              <a:buChar char="•"/>
              <a:defRPr/>
            </a:lvl7pPr>
            <a:lvl8pPr indent="-317500" lvl="7" marL="3657600" algn="l">
              <a:spcBef>
                <a:spcPts val="300"/>
              </a:spcBef>
              <a:spcAft>
                <a:spcPts val="0"/>
              </a:spcAft>
              <a:buClr>
                <a:schemeClr val="dk1"/>
              </a:buClr>
              <a:buSzPts val="1400"/>
              <a:buChar char="•"/>
              <a:defRPr/>
            </a:lvl8pPr>
            <a:lvl9pPr indent="-317500" lvl="8" marL="4114800" algn="l">
              <a:spcBef>
                <a:spcPts val="300"/>
              </a:spcBef>
              <a:spcAft>
                <a:spcPts val="0"/>
              </a:spcAft>
              <a:buClr>
                <a:schemeClr val="dk1"/>
              </a:buClr>
              <a:buSzPts val="1400"/>
              <a:buChar char="•"/>
              <a:defRPr/>
            </a:lvl9pPr>
          </a:lstStyle>
          <a:p/>
        </p:txBody>
      </p:sp>
      <p:sp>
        <p:nvSpPr>
          <p:cNvPr id="69" name="Google Shape;69;p16"/>
          <p:cNvSpPr txBox="1"/>
          <p:nvPr>
            <p:ph idx="10" type="dt"/>
          </p:nvPr>
        </p:nvSpPr>
        <p:spPr>
          <a:xfrm>
            <a:off x="365760" y="4988996"/>
            <a:ext cx="1707000" cy="286500"/>
          </a:xfrm>
          <a:prstGeom prst="rect">
            <a:avLst/>
          </a:prstGeom>
          <a:noFill/>
          <a:ln>
            <a:noFill/>
          </a:ln>
        </p:spPr>
        <p:txBody>
          <a:bodyPr anchorCtr="0" anchor="ctr" bIns="36325" lIns="72675" spcFirstLastPara="1" rIns="72675" wrap="square" tIns="3632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0" name="Google Shape;70;p16"/>
          <p:cNvSpPr txBox="1"/>
          <p:nvPr>
            <p:ph idx="11" type="ftr"/>
          </p:nvPr>
        </p:nvSpPr>
        <p:spPr>
          <a:xfrm>
            <a:off x="2499360" y="4988996"/>
            <a:ext cx="2316600" cy="286500"/>
          </a:xfrm>
          <a:prstGeom prst="rect">
            <a:avLst/>
          </a:prstGeom>
          <a:noFill/>
          <a:ln>
            <a:noFill/>
          </a:ln>
        </p:spPr>
        <p:txBody>
          <a:bodyPr anchorCtr="0" anchor="ctr" bIns="36325" lIns="72675" spcFirstLastPara="1" rIns="72675" wrap="square" tIns="3632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1" name="Google Shape;71;p16"/>
          <p:cNvSpPr txBox="1"/>
          <p:nvPr>
            <p:ph idx="12" type="sldNum"/>
          </p:nvPr>
        </p:nvSpPr>
        <p:spPr>
          <a:xfrm>
            <a:off x="5242560" y="4988996"/>
            <a:ext cx="1707000" cy="286500"/>
          </a:xfrm>
          <a:prstGeom prst="rect">
            <a:avLst/>
          </a:prstGeom>
          <a:noFill/>
          <a:ln>
            <a:noFill/>
          </a:ln>
        </p:spPr>
        <p:txBody>
          <a:bodyPr anchorCtr="0" anchor="ctr" bIns="36325" lIns="72675" spcFirstLastPara="1" rIns="72675" wrap="square" tIns="3632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2" name="Shape 72"/>
        <p:cNvGrpSpPr/>
        <p:nvPr/>
      </p:nvGrpSpPr>
      <p:grpSpPr>
        <a:xfrm>
          <a:off x="0" y="0"/>
          <a:ext cx="0" cy="0"/>
          <a:chOff x="0" y="0"/>
          <a:chExt cx="0" cy="0"/>
        </a:xfrm>
      </p:grpSpPr>
      <p:sp>
        <p:nvSpPr>
          <p:cNvPr id="73" name="Google Shape;73;p17"/>
          <p:cNvSpPr txBox="1"/>
          <p:nvPr>
            <p:ph type="title"/>
          </p:nvPr>
        </p:nvSpPr>
        <p:spPr>
          <a:xfrm>
            <a:off x="577850" y="3458904"/>
            <a:ext cx="6217800" cy="1068900"/>
          </a:xfrm>
          <a:prstGeom prst="rect">
            <a:avLst/>
          </a:prstGeom>
          <a:noFill/>
          <a:ln>
            <a:noFill/>
          </a:ln>
        </p:spPr>
        <p:txBody>
          <a:bodyPr anchorCtr="0" anchor="t" bIns="36325" lIns="72675" spcFirstLastPara="1" rIns="72675" wrap="square" tIns="36325">
            <a:normAutofit/>
          </a:bodyPr>
          <a:lstStyle>
            <a:lvl1pPr lvl="0" algn="l">
              <a:spcBef>
                <a:spcPts val="0"/>
              </a:spcBef>
              <a:spcAft>
                <a:spcPts val="0"/>
              </a:spcAft>
              <a:buClr>
                <a:schemeClr val="dk1"/>
              </a:buClr>
              <a:buSzPts val="3200"/>
              <a:buFont typeface="Calibri"/>
              <a:buNone/>
              <a:defRPr b="1" sz="3200" cap="none"/>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4" name="Google Shape;74;p17"/>
          <p:cNvSpPr txBox="1"/>
          <p:nvPr>
            <p:ph idx="1" type="body"/>
          </p:nvPr>
        </p:nvSpPr>
        <p:spPr>
          <a:xfrm>
            <a:off x="577850" y="2281432"/>
            <a:ext cx="6217800" cy="1177500"/>
          </a:xfrm>
          <a:prstGeom prst="rect">
            <a:avLst/>
          </a:prstGeom>
          <a:noFill/>
          <a:ln>
            <a:noFill/>
          </a:ln>
        </p:spPr>
        <p:txBody>
          <a:bodyPr anchorCtr="0" anchor="b" bIns="36325" lIns="72675" spcFirstLastPara="1" rIns="72675" wrap="square" tIns="36325">
            <a:normAutofit/>
          </a:bodyPr>
          <a:lstStyle>
            <a:lvl1pPr indent="-228600" lvl="0" marL="457200" algn="l">
              <a:spcBef>
                <a:spcPts val="300"/>
              </a:spcBef>
              <a:spcAft>
                <a:spcPts val="0"/>
              </a:spcAft>
              <a:buClr>
                <a:srgbClr val="888888"/>
              </a:buClr>
              <a:buSzPts val="1600"/>
              <a:buNone/>
              <a:defRPr sz="1600">
                <a:solidFill>
                  <a:srgbClr val="888888"/>
                </a:solidFill>
              </a:defRPr>
            </a:lvl1pPr>
            <a:lvl2pPr indent="-228600" lvl="1" marL="914400" algn="l">
              <a:spcBef>
                <a:spcPts val="300"/>
              </a:spcBef>
              <a:spcAft>
                <a:spcPts val="0"/>
              </a:spcAft>
              <a:buClr>
                <a:srgbClr val="888888"/>
              </a:buClr>
              <a:buSzPts val="1400"/>
              <a:buNone/>
              <a:defRPr sz="1400">
                <a:solidFill>
                  <a:srgbClr val="888888"/>
                </a:solidFill>
              </a:defRPr>
            </a:lvl2pPr>
            <a:lvl3pPr indent="-228600" lvl="2" marL="1371600" algn="l">
              <a:spcBef>
                <a:spcPts val="300"/>
              </a:spcBef>
              <a:spcAft>
                <a:spcPts val="0"/>
              </a:spcAft>
              <a:buClr>
                <a:srgbClr val="888888"/>
              </a:buClr>
              <a:buSzPts val="1300"/>
              <a:buNone/>
              <a:defRPr sz="1300">
                <a:solidFill>
                  <a:srgbClr val="888888"/>
                </a:solidFill>
              </a:defRPr>
            </a:lvl3pPr>
            <a:lvl4pPr indent="-228600" lvl="3" marL="1828800" algn="l">
              <a:spcBef>
                <a:spcPts val="200"/>
              </a:spcBef>
              <a:spcAft>
                <a:spcPts val="0"/>
              </a:spcAft>
              <a:buClr>
                <a:srgbClr val="888888"/>
              </a:buClr>
              <a:buSzPts val="1100"/>
              <a:buNone/>
              <a:defRPr sz="1100">
                <a:solidFill>
                  <a:srgbClr val="888888"/>
                </a:solidFill>
              </a:defRPr>
            </a:lvl4pPr>
            <a:lvl5pPr indent="-228600" lvl="4" marL="2286000" algn="l">
              <a:spcBef>
                <a:spcPts val="200"/>
              </a:spcBef>
              <a:spcAft>
                <a:spcPts val="0"/>
              </a:spcAft>
              <a:buClr>
                <a:srgbClr val="888888"/>
              </a:buClr>
              <a:buSzPts val="1100"/>
              <a:buNone/>
              <a:defRPr sz="1100">
                <a:solidFill>
                  <a:srgbClr val="888888"/>
                </a:solidFill>
              </a:defRPr>
            </a:lvl5pPr>
            <a:lvl6pPr indent="-228600" lvl="5" marL="2743200" algn="l">
              <a:spcBef>
                <a:spcPts val="200"/>
              </a:spcBef>
              <a:spcAft>
                <a:spcPts val="0"/>
              </a:spcAft>
              <a:buClr>
                <a:srgbClr val="888888"/>
              </a:buClr>
              <a:buSzPts val="1100"/>
              <a:buNone/>
              <a:defRPr sz="1100">
                <a:solidFill>
                  <a:srgbClr val="888888"/>
                </a:solidFill>
              </a:defRPr>
            </a:lvl6pPr>
            <a:lvl7pPr indent="-228600" lvl="6" marL="3200400" algn="l">
              <a:spcBef>
                <a:spcPts val="200"/>
              </a:spcBef>
              <a:spcAft>
                <a:spcPts val="0"/>
              </a:spcAft>
              <a:buClr>
                <a:srgbClr val="888888"/>
              </a:buClr>
              <a:buSzPts val="1100"/>
              <a:buNone/>
              <a:defRPr sz="1100">
                <a:solidFill>
                  <a:srgbClr val="888888"/>
                </a:solidFill>
              </a:defRPr>
            </a:lvl7pPr>
            <a:lvl8pPr indent="-228600" lvl="7" marL="3657600" algn="l">
              <a:spcBef>
                <a:spcPts val="200"/>
              </a:spcBef>
              <a:spcAft>
                <a:spcPts val="0"/>
              </a:spcAft>
              <a:buClr>
                <a:srgbClr val="888888"/>
              </a:buClr>
              <a:buSzPts val="1100"/>
              <a:buNone/>
              <a:defRPr sz="1100">
                <a:solidFill>
                  <a:srgbClr val="888888"/>
                </a:solidFill>
              </a:defRPr>
            </a:lvl8pPr>
            <a:lvl9pPr indent="-228600" lvl="8" marL="4114800" algn="l">
              <a:spcBef>
                <a:spcPts val="200"/>
              </a:spcBef>
              <a:spcAft>
                <a:spcPts val="0"/>
              </a:spcAft>
              <a:buClr>
                <a:srgbClr val="888888"/>
              </a:buClr>
              <a:buSzPts val="1100"/>
              <a:buNone/>
              <a:defRPr sz="1100">
                <a:solidFill>
                  <a:srgbClr val="888888"/>
                </a:solidFill>
              </a:defRPr>
            </a:lvl9pPr>
          </a:lstStyle>
          <a:p/>
        </p:txBody>
      </p:sp>
      <p:sp>
        <p:nvSpPr>
          <p:cNvPr id="75" name="Google Shape;75;p17"/>
          <p:cNvSpPr txBox="1"/>
          <p:nvPr>
            <p:ph idx="10" type="dt"/>
          </p:nvPr>
        </p:nvSpPr>
        <p:spPr>
          <a:xfrm>
            <a:off x="365760" y="4988996"/>
            <a:ext cx="1707000" cy="286500"/>
          </a:xfrm>
          <a:prstGeom prst="rect">
            <a:avLst/>
          </a:prstGeom>
          <a:noFill/>
          <a:ln>
            <a:noFill/>
          </a:ln>
        </p:spPr>
        <p:txBody>
          <a:bodyPr anchorCtr="0" anchor="ctr" bIns="36325" lIns="72675" spcFirstLastPara="1" rIns="72675" wrap="square" tIns="3632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6" name="Google Shape;76;p17"/>
          <p:cNvSpPr txBox="1"/>
          <p:nvPr>
            <p:ph idx="11" type="ftr"/>
          </p:nvPr>
        </p:nvSpPr>
        <p:spPr>
          <a:xfrm>
            <a:off x="2499360" y="4988996"/>
            <a:ext cx="2316600" cy="286500"/>
          </a:xfrm>
          <a:prstGeom prst="rect">
            <a:avLst/>
          </a:prstGeom>
          <a:noFill/>
          <a:ln>
            <a:noFill/>
          </a:ln>
        </p:spPr>
        <p:txBody>
          <a:bodyPr anchorCtr="0" anchor="ctr" bIns="36325" lIns="72675" spcFirstLastPara="1" rIns="72675" wrap="square" tIns="3632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7" name="Google Shape;77;p17"/>
          <p:cNvSpPr txBox="1"/>
          <p:nvPr>
            <p:ph idx="12" type="sldNum"/>
          </p:nvPr>
        </p:nvSpPr>
        <p:spPr>
          <a:xfrm>
            <a:off x="5242560" y="4988996"/>
            <a:ext cx="1707000" cy="286500"/>
          </a:xfrm>
          <a:prstGeom prst="rect">
            <a:avLst/>
          </a:prstGeom>
          <a:noFill/>
          <a:ln>
            <a:noFill/>
          </a:ln>
        </p:spPr>
        <p:txBody>
          <a:bodyPr anchorCtr="0" anchor="ctr" bIns="36325" lIns="72675" spcFirstLastPara="1" rIns="72675" wrap="square" tIns="3632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78" name="Shape 78"/>
        <p:cNvGrpSpPr/>
        <p:nvPr/>
      </p:nvGrpSpPr>
      <p:grpSpPr>
        <a:xfrm>
          <a:off x="0" y="0"/>
          <a:ext cx="0" cy="0"/>
          <a:chOff x="0" y="0"/>
          <a:chExt cx="0" cy="0"/>
        </a:xfrm>
      </p:grpSpPr>
      <p:sp>
        <p:nvSpPr>
          <p:cNvPr id="79" name="Google Shape;79;p18"/>
          <p:cNvSpPr txBox="1"/>
          <p:nvPr>
            <p:ph type="title"/>
          </p:nvPr>
        </p:nvSpPr>
        <p:spPr>
          <a:xfrm>
            <a:off x="365760" y="215559"/>
            <a:ext cx="6583800" cy="897000"/>
          </a:xfrm>
          <a:prstGeom prst="rect">
            <a:avLst/>
          </a:prstGeom>
          <a:noFill/>
          <a:ln>
            <a:noFill/>
          </a:ln>
        </p:spPr>
        <p:txBody>
          <a:bodyPr anchorCtr="0" anchor="ctr" bIns="36325" lIns="72675" spcFirstLastPara="1" rIns="72675" wrap="square" tIns="3632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80" name="Google Shape;80;p18"/>
          <p:cNvSpPr txBox="1"/>
          <p:nvPr>
            <p:ph idx="1" type="body"/>
          </p:nvPr>
        </p:nvSpPr>
        <p:spPr>
          <a:xfrm>
            <a:off x="365760" y="1255971"/>
            <a:ext cx="3231000" cy="3552600"/>
          </a:xfrm>
          <a:prstGeom prst="rect">
            <a:avLst/>
          </a:prstGeom>
          <a:noFill/>
          <a:ln>
            <a:noFill/>
          </a:ln>
        </p:spPr>
        <p:txBody>
          <a:bodyPr anchorCtr="0" anchor="t" bIns="36325" lIns="72675" spcFirstLastPara="1" rIns="72675" wrap="square" tIns="36325">
            <a:normAutofit/>
          </a:bodyPr>
          <a:lstStyle>
            <a:lvl1pPr indent="-368300" lvl="0" marL="457200" algn="l">
              <a:spcBef>
                <a:spcPts val="400"/>
              </a:spcBef>
              <a:spcAft>
                <a:spcPts val="0"/>
              </a:spcAft>
              <a:buClr>
                <a:schemeClr val="dk1"/>
              </a:buClr>
              <a:buSzPts val="2200"/>
              <a:buChar char="•"/>
              <a:defRPr sz="2200"/>
            </a:lvl1pPr>
            <a:lvl2pPr indent="-349250" lvl="1" marL="914400" algn="l">
              <a:spcBef>
                <a:spcPts val="400"/>
              </a:spcBef>
              <a:spcAft>
                <a:spcPts val="0"/>
              </a:spcAft>
              <a:buClr>
                <a:schemeClr val="dk1"/>
              </a:buClr>
              <a:buSzPts val="1900"/>
              <a:buChar char="–"/>
              <a:defRPr sz="1900"/>
            </a:lvl2pPr>
            <a:lvl3pPr indent="-330200" lvl="2" marL="1371600" algn="l">
              <a:spcBef>
                <a:spcPts val="300"/>
              </a:spcBef>
              <a:spcAft>
                <a:spcPts val="0"/>
              </a:spcAft>
              <a:buClr>
                <a:schemeClr val="dk1"/>
              </a:buClr>
              <a:buSzPts val="1600"/>
              <a:buChar char="•"/>
              <a:defRPr sz="1600"/>
            </a:lvl3pPr>
            <a:lvl4pPr indent="-317500" lvl="3" marL="1828800" algn="l">
              <a:spcBef>
                <a:spcPts val="300"/>
              </a:spcBef>
              <a:spcAft>
                <a:spcPts val="0"/>
              </a:spcAft>
              <a:buClr>
                <a:schemeClr val="dk1"/>
              </a:buClr>
              <a:buSzPts val="1400"/>
              <a:buChar char="–"/>
              <a:defRPr sz="1400"/>
            </a:lvl4pPr>
            <a:lvl5pPr indent="-317500" lvl="4" marL="2286000" algn="l">
              <a:spcBef>
                <a:spcPts val="300"/>
              </a:spcBef>
              <a:spcAft>
                <a:spcPts val="0"/>
              </a:spcAft>
              <a:buClr>
                <a:schemeClr val="dk1"/>
              </a:buClr>
              <a:buSzPts val="1400"/>
              <a:buChar char="»"/>
              <a:defRPr sz="1400"/>
            </a:lvl5pPr>
            <a:lvl6pPr indent="-317500" lvl="5" marL="2743200" algn="l">
              <a:spcBef>
                <a:spcPts val="300"/>
              </a:spcBef>
              <a:spcAft>
                <a:spcPts val="0"/>
              </a:spcAft>
              <a:buClr>
                <a:schemeClr val="dk1"/>
              </a:buClr>
              <a:buSzPts val="1400"/>
              <a:buChar char="•"/>
              <a:defRPr sz="1400"/>
            </a:lvl6pPr>
            <a:lvl7pPr indent="-317500" lvl="6" marL="3200400" algn="l">
              <a:spcBef>
                <a:spcPts val="300"/>
              </a:spcBef>
              <a:spcAft>
                <a:spcPts val="0"/>
              </a:spcAft>
              <a:buClr>
                <a:schemeClr val="dk1"/>
              </a:buClr>
              <a:buSzPts val="1400"/>
              <a:buChar char="•"/>
              <a:defRPr sz="1400"/>
            </a:lvl7pPr>
            <a:lvl8pPr indent="-317500" lvl="7" marL="3657600" algn="l">
              <a:spcBef>
                <a:spcPts val="300"/>
              </a:spcBef>
              <a:spcAft>
                <a:spcPts val="0"/>
              </a:spcAft>
              <a:buClr>
                <a:schemeClr val="dk1"/>
              </a:buClr>
              <a:buSzPts val="1400"/>
              <a:buChar char="•"/>
              <a:defRPr sz="1400"/>
            </a:lvl8pPr>
            <a:lvl9pPr indent="-317500" lvl="8" marL="4114800" algn="l">
              <a:spcBef>
                <a:spcPts val="300"/>
              </a:spcBef>
              <a:spcAft>
                <a:spcPts val="0"/>
              </a:spcAft>
              <a:buClr>
                <a:schemeClr val="dk1"/>
              </a:buClr>
              <a:buSzPts val="1400"/>
              <a:buChar char="•"/>
              <a:defRPr sz="1400"/>
            </a:lvl9pPr>
          </a:lstStyle>
          <a:p/>
        </p:txBody>
      </p:sp>
      <p:sp>
        <p:nvSpPr>
          <p:cNvPr id="81" name="Google Shape;81;p18"/>
          <p:cNvSpPr txBox="1"/>
          <p:nvPr>
            <p:ph idx="2" type="body"/>
          </p:nvPr>
        </p:nvSpPr>
        <p:spPr>
          <a:xfrm>
            <a:off x="3718560" y="1255971"/>
            <a:ext cx="3231000" cy="3552600"/>
          </a:xfrm>
          <a:prstGeom prst="rect">
            <a:avLst/>
          </a:prstGeom>
          <a:noFill/>
          <a:ln>
            <a:noFill/>
          </a:ln>
        </p:spPr>
        <p:txBody>
          <a:bodyPr anchorCtr="0" anchor="t" bIns="36325" lIns="72675" spcFirstLastPara="1" rIns="72675" wrap="square" tIns="36325">
            <a:normAutofit/>
          </a:bodyPr>
          <a:lstStyle>
            <a:lvl1pPr indent="-368300" lvl="0" marL="457200" algn="l">
              <a:spcBef>
                <a:spcPts val="400"/>
              </a:spcBef>
              <a:spcAft>
                <a:spcPts val="0"/>
              </a:spcAft>
              <a:buClr>
                <a:schemeClr val="dk1"/>
              </a:buClr>
              <a:buSzPts val="2200"/>
              <a:buChar char="•"/>
              <a:defRPr sz="2200"/>
            </a:lvl1pPr>
            <a:lvl2pPr indent="-349250" lvl="1" marL="914400" algn="l">
              <a:spcBef>
                <a:spcPts val="400"/>
              </a:spcBef>
              <a:spcAft>
                <a:spcPts val="0"/>
              </a:spcAft>
              <a:buClr>
                <a:schemeClr val="dk1"/>
              </a:buClr>
              <a:buSzPts val="1900"/>
              <a:buChar char="–"/>
              <a:defRPr sz="1900"/>
            </a:lvl2pPr>
            <a:lvl3pPr indent="-330200" lvl="2" marL="1371600" algn="l">
              <a:spcBef>
                <a:spcPts val="300"/>
              </a:spcBef>
              <a:spcAft>
                <a:spcPts val="0"/>
              </a:spcAft>
              <a:buClr>
                <a:schemeClr val="dk1"/>
              </a:buClr>
              <a:buSzPts val="1600"/>
              <a:buChar char="•"/>
              <a:defRPr sz="1600"/>
            </a:lvl3pPr>
            <a:lvl4pPr indent="-317500" lvl="3" marL="1828800" algn="l">
              <a:spcBef>
                <a:spcPts val="300"/>
              </a:spcBef>
              <a:spcAft>
                <a:spcPts val="0"/>
              </a:spcAft>
              <a:buClr>
                <a:schemeClr val="dk1"/>
              </a:buClr>
              <a:buSzPts val="1400"/>
              <a:buChar char="–"/>
              <a:defRPr sz="1400"/>
            </a:lvl4pPr>
            <a:lvl5pPr indent="-317500" lvl="4" marL="2286000" algn="l">
              <a:spcBef>
                <a:spcPts val="300"/>
              </a:spcBef>
              <a:spcAft>
                <a:spcPts val="0"/>
              </a:spcAft>
              <a:buClr>
                <a:schemeClr val="dk1"/>
              </a:buClr>
              <a:buSzPts val="1400"/>
              <a:buChar char="»"/>
              <a:defRPr sz="1400"/>
            </a:lvl5pPr>
            <a:lvl6pPr indent="-317500" lvl="5" marL="2743200" algn="l">
              <a:spcBef>
                <a:spcPts val="300"/>
              </a:spcBef>
              <a:spcAft>
                <a:spcPts val="0"/>
              </a:spcAft>
              <a:buClr>
                <a:schemeClr val="dk1"/>
              </a:buClr>
              <a:buSzPts val="1400"/>
              <a:buChar char="•"/>
              <a:defRPr sz="1400"/>
            </a:lvl6pPr>
            <a:lvl7pPr indent="-317500" lvl="6" marL="3200400" algn="l">
              <a:spcBef>
                <a:spcPts val="300"/>
              </a:spcBef>
              <a:spcAft>
                <a:spcPts val="0"/>
              </a:spcAft>
              <a:buClr>
                <a:schemeClr val="dk1"/>
              </a:buClr>
              <a:buSzPts val="1400"/>
              <a:buChar char="•"/>
              <a:defRPr sz="1400"/>
            </a:lvl7pPr>
            <a:lvl8pPr indent="-317500" lvl="7" marL="3657600" algn="l">
              <a:spcBef>
                <a:spcPts val="300"/>
              </a:spcBef>
              <a:spcAft>
                <a:spcPts val="0"/>
              </a:spcAft>
              <a:buClr>
                <a:schemeClr val="dk1"/>
              </a:buClr>
              <a:buSzPts val="1400"/>
              <a:buChar char="•"/>
              <a:defRPr sz="1400"/>
            </a:lvl8pPr>
            <a:lvl9pPr indent="-317500" lvl="8" marL="4114800" algn="l">
              <a:spcBef>
                <a:spcPts val="300"/>
              </a:spcBef>
              <a:spcAft>
                <a:spcPts val="0"/>
              </a:spcAft>
              <a:buClr>
                <a:schemeClr val="dk1"/>
              </a:buClr>
              <a:buSzPts val="1400"/>
              <a:buChar char="•"/>
              <a:defRPr sz="1400"/>
            </a:lvl9pPr>
          </a:lstStyle>
          <a:p/>
        </p:txBody>
      </p:sp>
      <p:sp>
        <p:nvSpPr>
          <p:cNvPr id="82" name="Google Shape;82;p18"/>
          <p:cNvSpPr txBox="1"/>
          <p:nvPr>
            <p:ph idx="10" type="dt"/>
          </p:nvPr>
        </p:nvSpPr>
        <p:spPr>
          <a:xfrm>
            <a:off x="365760" y="4988996"/>
            <a:ext cx="1707000" cy="286500"/>
          </a:xfrm>
          <a:prstGeom prst="rect">
            <a:avLst/>
          </a:prstGeom>
          <a:noFill/>
          <a:ln>
            <a:noFill/>
          </a:ln>
        </p:spPr>
        <p:txBody>
          <a:bodyPr anchorCtr="0" anchor="ctr" bIns="36325" lIns="72675" spcFirstLastPara="1" rIns="72675" wrap="square" tIns="3632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3" name="Google Shape;83;p18"/>
          <p:cNvSpPr txBox="1"/>
          <p:nvPr>
            <p:ph idx="11" type="ftr"/>
          </p:nvPr>
        </p:nvSpPr>
        <p:spPr>
          <a:xfrm>
            <a:off x="2499360" y="4988996"/>
            <a:ext cx="2316600" cy="286500"/>
          </a:xfrm>
          <a:prstGeom prst="rect">
            <a:avLst/>
          </a:prstGeom>
          <a:noFill/>
          <a:ln>
            <a:noFill/>
          </a:ln>
        </p:spPr>
        <p:txBody>
          <a:bodyPr anchorCtr="0" anchor="ctr" bIns="36325" lIns="72675" spcFirstLastPara="1" rIns="72675" wrap="square" tIns="3632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4" name="Google Shape;84;p18"/>
          <p:cNvSpPr txBox="1"/>
          <p:nvPr>
            <p:ph idx="12" type="sldNum"/>
          </p:nvPr>
        </p:nvSpPr>
        <p:spPr>
          <a:xfrm>
            <a:off x="5242560" y="4988996"/>
            <a:ext cx="1707000" cy="286500"/>
          </a:xfrm>
          <a:prstGeom prst="rect">
            <a:avLst/>
          </a:prstGeom>
          <a:noFill/>
          <a:ln>
            <a:noFill/>
          </a:ln>
        </p:spPr>
        <p:txBody>
          <a:bodyPr anchorCtr="0" anchor="ctr" bIns="36325" lIns="72675" spcFirstLastPara="1" rIns="72675" wrap="square" tIns="3632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85" name="Shape 85"/>
        <p:cNvGrpSpPr/>
        <p:nvPr/>
      </p:nvGrpSpPr>
      <p:grpSpPr>
        <a:xfrm>
          <a:off x="0" y="0"/>
          <a:ext cx="0" cy="0"/>
          <a:chOff x="0" y="0"/>
          <a:chExt cx="0" cy="0"/>
        </a:xfrm>
      </p:grpSpPr>
      <p:sp>
        <p:nvSpPr>
          <p:cNvPr id="86" name="Google Shape;86;p19"/>
          <p:cNvSpPr txBox="1"/>
          <p:nvPr>
            <p:ph type="title"/>
          </p:nvPr>
        </p:nvSpPr>
        <p:spPr>
          <a:xfrm>
            <a:off x="365760" y="215559"/>
            <a:ext cx="6583800" cy="897000"/>
          </a:xfrm>
          <a:prstGeom prst="rect">
            <a:avLst/>
          </a:prstGeom>
          <a:noFill/>
          <a:ln>
            <a:noFill/>
          </a:ln>
        </p:spPr>
        <p:txBody>
          <a:bodyPr anchorCtr="0" anchor="ctr" bIns="36325" lIns="72675" spcFirstLastPara="1" rIns="72675" wrap="square" tIns="36325">
            <a:normAutofit/>
          </a:bodyPr>
          <a:lstStyle>
            <a:lvl1pPr lvl="0" algn="ctr">
              <a:spcBef>
                <a:spcPts val="0"/>
              </a:spcBef>
              <a:spcAft>
                <a:spcPts val="0"/>
              </a:spcAft>
              <a:buClr>
                <a:schemeClr val="dk1"/>
              </a:buClr>
              <a:buSzPts val="3500"/>
              <a:buFont typeface="Calibri"/>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87" name="Google Shape;87;p19"/>
          <p:cNvSpPr txBox="1"/>
          <p:nvPr>
            <p:ph idx="1" type="body"/>
          </p:nvPr>
        </p:nvSpPr>
        <p:spPr>
          <a:xfrm>
            <a:off x="365760" y="1204885"/>
            <a:ext cx="3232200" cy="502200"/>
          </a:xfrm>
          <a:prstGeom prst="rect">
            <a:avLst/>
          </a:prstGeom>
          <a:noFill/>
          <a:ln>
            <a:noFill/>
          </a:ln>
        </p:spPr>
        <p:txBody>
          <a:bodyPr anchorCtr="0" anchor="b" bIns="36325" lIns="72675" spcFirstLastPara="1" rIns="72675" wrap="square" tIns="36325">
            <a:normAutofit/>
          </a:bodyPr>
          <a:lstStyle>
            <a:lvl1pPr indent="-228600" lvl="0" marL="457200" algn="l">
              <a:spcBef>
                <a:spcPts val="400"/>
              </a:spcBef>
              <a:spcAft>
                <a:spcPts val="0"/>
              </a:spcAft>
              <a:buClr>
                <a:schemeClr val="dk1"/>
              </a:buClr>
              <a:buSzPts val="1900"/>
              <a:buNone/>
              <a:defRPr b="1" sz="1900"/>
            </a:lvl1pPr>
            <a:lvl2pPr indent="-228600" lvl="1" marL="914400" algn="l">
              <a:spcBef>
                <a:spcPts val="300"/>
              </a:spcBef>
              <a:spcAft>
                <a:spcPts val="0"/>
              </a:spcAft>
              <a:buClr>
                <a:schemeClr val="dk1"/>
              </a:buClr>
              <a:buSzPts val="1600"/>
              <a:buNone/>
              <a:defRPr b="1" sz="1600"/>
            </a:lvl2pPr>
            <a:lvl3pPr indent="-228600" lvl="2" marL="1371600" algn="l">
              <a:spcBef>
                <a:spcPts val="300"/>
              </a:spcBef>
              <a:spcAft>
                <a:spcPts val="0"/>
              </a:spcAft>
              <a:buClr>
                <a:schemeClr val="dk1"/>
              </a:buClr>
              <a:buSzPts val="1400"/>
              <a:buNone/>
              <a:defRPr b="1" sz="1400"/>
            </a:lvl3pPr>
            <a:lvl4pPr indent="-228600" lvl="3" marL="1828800" algn="l">
              <a:spcBef>
                <a:spcPts val="300"/>
              </a:spcBef>
              <a:spcAft>
                <a:spcPts val="0"/>
              </a:spcAft>
              <a:buClr>
                <a:schemeClr val="dk1"/>
              </a:buClr>
              <a:buSzPts val="1300"/>
              <a:buNone/>
              <a:defRPr b="1" sz="1300"/>
            </a:lvl4pPr>
            <a:lvl5pPr indent="-228600" lvl="4" marL="2286000" algn="l">
              <a:spcBef>
                <a:spcPts val="300"/>
              </a:spcBef>
              <a:spcAft>
                <a:spcPts val="0"/>
              </a:spcAft>
              <a:buClr>
                <a:schemeClr val="dk1"/>
              </a:buClr>
              <a:buSzPts val="1300"/>
              <a:buNone/>
              <a:defRPr b="1" sz="1300"/>
            </a:lvl5pPr>
            <a:lvl6pPr indent="-228600" lvl="5" marL="2743200" algn="l">
              <a:spcBef>
                <a:spcPts val="300"/>
              </a:spcBef>
              <a:spcAft>
                <a:spcPts val="0"/>
              </a:spcAft>
              <a:buClr>
                <a:schemeClr val="dk1"/>
              </a:buClr>
              <a:buSzPts val="1300"/>
              <a:buNone/>
              <a:defRPr b="1" sz="1300"/>
            </a:lvl6pPr>
            <a:lvl7pPr indent="-228600" lvl="6" marL="3200400" algn="l">
              <a:spcBef>
                <a:spcPts val="300"/>
              </a:spcBef>
              <a:spcAft>
                <a:spcPts val="0"/>
              </a:spcAft>
              <a:buClr>
                <a:schemeClr val="dk1"/>
              </a:buClr>
              <a:buSzPts val="1300"/>
              <a:buNone/>
              <a:defRPr b="1" sz="1300"/>
            </a:lvl7pPr>
            <a:lvl8pPr indent="-228600" lvl="7" marL="3657600" algn="l">
              <a:spcBef>
                <a:spcPts val="300"/>
              </a:spcBef>
              <a:spcAft>
                <a:spcPts val="0"/>
              </a:spcAft>
              <a:buClr>
                <a:schemeClr val="dk1"/>
              </a:buClr>
              <a:buSzPts val="1300"/>
              <a:buNone/>
              <a:defRPr b="1" sz="1300"/>
            </a:lvl8pPr>
            <a:lvl9pPr indent="-228600" lvl="8" marL="4114800" algn="l">
              <a:spcBef>
                <a:spcPts val="300"/>
              </a:spcBef>
              <a:spcAft>
                <a:spcPts val="0"/>
              </a:spcAft>
              <a:buClr>
                <a:schemeClr val="dk1"/>
              </a:buClr>
              <a:buSzPts val="1300"/>
              <a:buNone/>
              <a:defRPr b="1" sz="1300"/>
            </a:lvl9pPr>
          </a:lstStyle>
          <a:p/>
        </p:txBody>
      </p:sp>
      <p:sp>
        <p:nvSpPr>
          <p:cNvPr id="88" name="Google Shape;88;p19"/>
          <p:cNvSpPr txBox="1"/>
          <p:nvPr>
            <p:ph idx="2" type="body"/>
          </p:nvPr>
        </p:nvSpPr>
        <p:spPr>
          <a:xfrm>
            <a:off x="365760" y="1707024"/>
            <a:ext cx="3232200" cy="3101400"/>
          </a:xfrm>
          <a:prstGeom prst="rect">
            <a:avLst/>
          </a:prstGeom>
          <a:noFill/>
          <a:ln>
            <a:noFill/>
          </a:ln>
        </p:spPr>
        <p:txBody>
          <a:bodyPr anchorCtr="0" anchor="t" bIns="36325" lIns="72675" spcFirstLastPara="1" rIns="72675" wrap="square" tIns="36325">
            <a:normAutofit/>
          </a:bodyPr>
          <a:lstStyle>
            <a:lvl1pPr indent="-349250" lvl="0" marL="457200" algn="l">
              <a:spcBef>
                <a:spcPts val="400"/>
              </a:spcBef>
              <a:spcAft>
                <a:spcPts val="0"/>
              </a:spcAft>
              <a:buClr>
                <a:schemeClr val="dk1"/>
              </a:buClr>
              <a:buSzPts val="1900"/>
              <a:buChar char="•"/>
              <a:defRPr sz="1900"/>
            </a:lvl1pPr>
            <a:lvl2pPr indent="-330200" lvl="1" marL="914400" algn="l">
              <a:spcBef>
                <a:spcPts val="300"/>
              </a:spcBef>
              <a:spcAft>
                <a:spcPts val="0"/>
              </a:spcAft>
              <a:buClr>
                <a:schemeClr val="dk1"/>
              </a:buClr>
              <a:buSzPts val="1600"/>
              <a:buChar char="–"/>
              <a:defRPr sz="1600"/>
            </a:lvl2pPr>
            <a:lvl3pPr indent="-317500" lvl="2" marL="1371600" algn="l">
              <a:spcBef>
                <a:spcPts val="300"/>
              </a:spcBef>
              <a:spcAft>
                <a:spcPts val="0"/>
              </a:spcAft>
              <a:buClr>
                <a:schemeClr val="dk1"/>
              </a:buClr>
              <a:buSzPts val="1400"/>
              <a:buChar char="•"/>
              <a:defRPr sz="1400"/>
            </a:lvl3pPr>
            <a:lvl4pPr indent="-311150" lvl="3" marL="1828800" algn="l">
              <a:spcBef>
                <a:spcPts val="300"/>
              </a:spcBef>
              <a:spcAft>
                <a:spcPts val="0"/>
              </a:spcAft>
              <a:buClr>
                <a:schemeClr val="dk1"/>
              </a:buClr>
              <a:buSzPts val="1300"/>
              <a:buChar char="–"/>
              <a:defRPr sz="1300"/>
            </a:lvl4pPr>
            <a:lvl5pPr indent="-311150" lvl="4" marL="2286000" algn="l">
              <a:spcBef>
                <a:spcPts val="300"/>
              </a:spcBef>
              <a:spcAft>
                <a:spcPts val="0"/>
              </a:spcAft>
              <a:buClr>
                <a:schemeClr val="dk1"/>
              </a:buClr>
              <a:buSzPts val="1300"/>
              <a:buChar char="»"/>
              <a:defRPr sz="1300"/>
            </a:lvl5pPr>
            <a:lvl6pPr indent="-311150" lvl="5" marL="2743200" algn="l">
              <a:spcBef>
                <a:spcPts val="300"/>
              </a:spcBef>
              <a:spcAft>
                <a:spcPts val="0"/>
              </a:spcAft>
              <a:buClr>
                <a:schemeClr val="dk1"/>
              </a:buClr>
              <a:buSzPts val="1300"/>
              <a:buChar char="•"/>
              <a:defRPr sz="1300"/>
            </a:lvl6pPr>
            <a:lvl7pPr indent="-311150" lvl="6" marL="3200400" algn="l">
              <a:spcBef>
                <a:spcPts val="300"/>
              </a:spcBef>
              <a:spcAft>
                <a:spcPts val="0"/>
              </a:spcAft>
              <a:buClr>
                <a:schemeClr val="dk1"/>
              </a:buClr>
              <a:buSzPts val="1300"/>
              <a:buChar char="•"/>
              <a:defRPr sz="1300"/>
            </a:lvl7pPr>
            <a:lvl8pPr indent="-311150" lvl="7" marL="3657600" algn="l">
              <a:spcBef>
                <a:spcPts val="300"/>
              </a:spcBef>
              <a:spcAft>
                <a:spcPts val="0"/>
              </a:spcAft>
              <a:buClr>
                <a:schemeClr val="dk1"/>
              </a:buClr>
              <a:buSzPts val="1300"/>
              <a:buChar char="•"/>
              <a:defRPr sz="1300"/>
            </a:lvl8pPr>
            <a:lvl9pPr indent="-311150" lvl="8" marL="4114800" algn="l">
              <a:spcBef>
                <a:spcPts val="300"/>
              </a:spcBef>
              <a:spcAft>
                <a:spcPts val="0"/>
              </a:spcAft>
              <a:buClr>
                <a:schemeClr val="dk1"/>
              </a:buClr>
              <a:buSzPts val="1300"/>
              <a:buChar char="•"/>
              <a:defRPr sz="1300"/>
            </a:lvl9pPr>
          </a:lstStyle>
          <a:p/>
        </p:txBody>
      </p:sp>
      <p:sp>
        <p:nvSpPr>
          <p:cNvPr id="89" name="Google Shape;89;p19"/>
          <p:cNvSpPr txBox="1"/>
          <p:nvPr>
            <p:ph idx="3" type="body"/>
          </p:nvPr>
        </p:nvSpPr>
        <p:spPr>
          <a:xfrm>
            <a:off x="3716020" y="1204885"/>
            <a:ext cx="3233400" cy="502200"/>
          </a:xfrm>
          <a:prstGeom prst="rect">
            <a:avLst/>
          </a:prstGeom>
          <a:noFill/>
          <a:ln>
            <a:noFill/>
          </a:ln>
        </p:spPr>
        <p:txBody>
          <a:bodyPr anchorCtr="0" anchor="b" bIns="36325" lIns="72675" spcFirstLastPara="1" rIns="72675" wrap="square" tIns="36325">
            <a:normAutofit/>
          </a:bodyPr>
          <a:lstStyle>
            <a:lvl1pPr indent="-228600" lvl="0" marL="457200" algn="l">
              <a:spcBef>
                <a:spcPts val="400"/>
              </a:spcBef>
              <a:spcAft>
                <a:spcPts val="0"/>
              </a:spcAft>
              <a:buClr>
                <a:schemeClr val="dk1"/>
              </a:buClr>
              <a:buSzPts val="1900"/>
              <a:buNone/>
              <a:defRPr b="1" sz="1900"/>
            </a:lvl1pPr>
            <a:lvl2pPr indent="-228600" lvl="1" marL="914400" algn="l">
              <a:spcBef>
                <a:spcPts val="300"/>
              </a:spcBef>
              <a:spcAft>
                <a:spcPts val="0"/>
              </a:spcAft>
              <a:buClr>
                <a:schemeClr val="dk1"/>
              </a:buClr>
              <a:buSzPts val="1600"/>
              <a:buNone/>
              <a:defRPr b="1" sz="1600"/>
            </a:lvl2pPr>
            <a:lvl3pPr indent="-228600" lvl="2" marL="1371600" algn="l">
              <a:spcBef>
                <a:spcPts val="300"/>
              </a:spcBef>
              <a:spcAft>
                <a:spcPts val="0"/>
              </a:spcAft>
              <a:buClr>
                <a:schemeClr val="dk1"/>
              </a:buClr>
              <a:buSzPts val="1400"/>
              <a:buNone/>
              <a:defRPr b="1" sz="1400"/>
            </a:lvl3pPr>
            <a:lvl4pPr indent="-228600" lvl="3" marL="1828800" algn="l">
              <a:spcBef>
                <a:spcPts val="300"/>
              </a:spcBef>
              <a:spcAft>
                <a:spcPts val="0"/>
              </a:spcAft>
              <a:buClr>
                <a:schemeClr val="dk1"/>
              </a:buClr>
              <a:buSzPts val="1300"/>
              <a:buNone/>
              <a:defRPr b="1" sz="1300"/>
            </a:lvl4pPr>
            <a:lvl5pPr indent="-228600" lvl="4" marL="2286000" algn="l">
              <a:spcBef>
                <a:spcPts val="300"/>
              </a:spcBef>
              <a:spcAft>
                <a:spcPts val="0"/>
              </a:spcAft>
              <a:buClr>
                <a:schemeClr val="dk1"/>
              </a:buClr>
              <a:buSzPts val="1300"/>
              <a:buNone/>
              <a:defRPr b="1" sz="1300"/>
            </a:lvl5pPr>
            <a:lvl6pPr indent="-228600" lvl="5" marL="2743200" algn="l">
              <a:spcBef>
                <a:spcPts val="300"/>
              </a:spcBef>
              <a:spcAft>
                <a:spcPts val="0"/>
              </a:spcAft>
              <a:buClr>
                <a:schemeClr val="dk1"/>
              </a:buClr>
              <a:buSzPts val="1300"/>
              <a:buNone/>
              <a:defRPr b="1" sz="1300"/>
            </a:lvl6pPr>
            <a:lvl7pPr indent="-228600" lvl="6" marL="3200400" algn="l">
              <a:spcBef>
                <a:spcPts val="300"/>
              </a:spcBef>
              <a:spcAft>
                <a:spcPts val="0"/>
              </a:spcAft>
              <a:buClr>
                <a:schemeClr val="dk1"/>
              </a:buClr>
              <a:buSzPts val="1300"/>
              <a:buNone/>
              <a:defRPr b="1" sz="1300"/>
            </a:lvl7pPr>
            <a:lvl8pPr indent="-228600" lvl="7" marL="3657600" algn="l">
              <a:spcBef>
                <a:spcPts val="300"/>
              </a:spcBef>
              <a:spcAft>
                <a:spcPts val="0"/>
              </a:spcAft>
              <a:buClr>
                <a:schemeClr val="dk1"/>
              </a:buClr>
              <a:buSzPts val="1300"/>
              <a:buNone/>
              <a:defRPr b="1" sz="1300"/>
            </a:lvl8pPr>
            <a:lvl9pPr indent="-228600" lvl="8" marL="4114800" algn="l">
              <a:spcBef>
                <a:spcPts val="300"/>
              </a:spcBef>
              <a:spcAft>
                <a:spcPts val="0"/>
              </a:spcAft>
              <a:buClr>
                <a:schemeClr val="dk1"/>
              </a:buClr>
              <a:buSzPts val="1300"/>
              <a:buNone/>
              <a:defRPr b="1" sz="1300"/>
            </a:lvl9pPr>
          </a:lstStyle>
          <a:p/>
        </p:txBody>
      </p:sp>
      <p:sp>
        <p:nvSpPr>
          <p:cNvPr id="90" name="Google Shape;90;p19"/>
          <p:cNvSpPr txBox="1"/>
          <p:nvPr>
            <p:ph idx="4" type="body"/>
          </p:nvPr>
        </p:nvSpPr>
        <p:spPr>
          <a:xfrm>
            <a:off x="3716020" y="1707024"/>
            <a:ext cx="3233400" cy="3101400"/>
          </a:xfrm>
          <a:prstGeom prst="rect">
            <a:avLst/>
          </a:prstGeom>
          <a:noFill/>
          <a:ln>
            <a:noFill/>
          </a:ln>
        </p:spPr>
        <p:txBody>
          <a:bodyPr anchorCtr="0" anchor="t" bIns="36325" lIns="72675" spcFirstLastPara="1" rIns="72675" wrap="square" tIns="36325">
            <a:normAutofit/>
          </a:bodyPr>
          <a:lstStyle>
            <a:lvl1pPr indent="-349250" lvl="0" marL="457200" algn="l">
              <a:spcBef>
                <a:spcPts val="400"/>
              </a:spcBef>
              <a:spcAft>
                <a:spcPts val="0"/>
              </a:spcAft>
              <a:buClr>
                <a:schemeClr val="dk1"/>
              </a:buClr>
              <a:buSzPts val="1900"/>
              <a:buChar char="•"/>
              <a:defRPr sz="1900"/>
            </a:lvl1pPr>
            <a:lvl2pPr indent="-330200" lvl="1" marL="914400" algn="l">
              <a:spcBef>
                <a:spcPts val="300"/>
              </a:spcBef>
              <a:spcAft>
                <a:spcPts val="0"/>
              </a:spcAft>
              <a:buClr>
                <a:schemeClr val="dk1"/>
              </a:buClr>
              <a:buSzPts val="1600"/>
              <a:buChar char="–"/>
              <a:defRPr sz="1600"/>
            </a:lvl2pPr>
            <a:lvl3pPr indent="-317500" lvl="2" marL="1371600" algn="l">
              <a:spcBef>
                <a:spcPts val="300"/>
              </a:spcBef>
              <a:spcAft>
                <a:spcPts val="0"/>
              </a:spcAft>
              <a:buClr>
                <a:schemeClr val="dk1"/>
              </a:buClr>
              <a:buSzPts val="1400"/>
              <a:buChar char="•"/>
              <a:defRPr sz="1400"/>
            </a:lvl3pPr>
            <a:lvl4pPr indent="-311150" lvl="3" marL="1828800" algn="l">
              <a:spcBef>
                <a:spcPts val="300"/>
              </a:spcBef>
              <a:spcAft>
                <a:spcPts val="0"/>
              </a:spcAft>
              <a:buClr>
                <a:schemeClr val="dk1"/>
              </a:buClr>
              <a:buSzPts val="1300"/>
              <a:buChar char="–"/>
              <a:defRPr sz="1300"/>
            </a:lvl4pPr>
            <a:lvl5pPr indent="-311150" lvl="4" marL="2286000" algn="l">
              <a:spcBef>
                <a:spcPts val="300"/>
              </a:spcBef>
              <a:spcAft>
                <a:spcPts val="0"/>
              </a:spcAft>
              <a:buClr>
                <a:schemeClr val="dk1"/>
              </a:buClr>
              <a:buSzPts val="1300"/>
              <a:buChar char="»"/>
              <a:defRPr sz="1300"/>
            </a:lvl5pPr>
            <a:lvl6pPr indent="-311150" lvl="5" marL="2743200" algn="l">
              <a:spcBef>
                <a:spcPts val="300"/>
              </a:spcBef>
              <a:spcAft>
                <a:spcPts val="0"/>
              </a:spcAft>
              <a:buClr>
                <a:schemeClr val="dk1"/>
              </a:buClr>
              <a:buSzPts val="1300"/>
              <a:buChar char="•"/>
              <a:defRPr sz="1300"/>
            </a:lvl6pPr>
            <a:lvl7pPr indent="-311150" lvl="6" marL="3200400" algn="l">
              <a:spcBef>
                <a:spcPts val="300"/>
              </a:spcBef>
              <a:spcAft>
                <a:spcPts val="0"/>
              </a:spcAft>
              <a:buClr>
                <a:schemeClr val="dk1"/>
              </a:buClr>
              <a:buSzPts val="1300"/>
              <a:buChar char="•"/>
              <a:defRPr sz="1300"/>
            </a:lvl7pPr>
            <a:lvl8pPr indent="-311150" lvl="7" marL="3657600" algn="l">
              <a:spcBef>
                <a:spcPts val="300"/>
              </a:spcBef>
              <a:spcAft>
                <a:spcPts val="0"/>
              </a:spcAft>
              <a:buClr>
                <a:schemeClr val="dk1"/>
              </a:buClr>
              <a:buSzPts val="1300"/>
              <a:buChar char="•"/>
              <a:defRPr sz="1300"/>
            </a:lvl8pPr>
            <a:lvl9pPr indent="-311150" lvl="8" marL="4114800" algn="l">
              <a:spcBef>
                <a:spcPts val="300"/>
              </a:spcBef>
              <a:spcAft>
                <a:spcPts val="0"/>
              </a:spcAft>
              <a:buClr>
                <a:schemeClr val="dk1"/>
              </a:buClr>
              <a:buSzPts val="1300"/>
              <a:buChar char="•"/>
              <a:defRPr sz="1300"/>
            </a:lvl9pPr>
          </a:lstStyle>
          <a:p/>
        </p:txBody>
      </p:sp>
      <p:sp>
        <p:nvSpPr>
          <p:cNvPr id="91" name="Google Shape;91;p19"/>
          <p:cNvSpPr txBox="1"/>
          <p:nvPr>
            <p:ph idx="10" type="dt"/>
          </p:nvPr>
        </p:nvSpPr>
        <p:spPr>
          <a:xfrm>
            <a:off x="365760" y="4988996"/>
            <a:ext cx="1707000" cy="286500"/>
          </a:xfrm>
          <a:prstGeom prst="rect">
            <a:avLst/>
          </a:prstGeom>
          <a:noFill/>
          <a:ln>
            <a:noFill/>
          </a:ln>
        </p:spPr>
        <p:txBody>
          <a:bodyPr anchorCtr="0" anchor="ctr" bIns="36325" lIns="72675" spcFirstLastPara="1" rIns="72675" wrap="square" tIns="3632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2" name="Google Shape;92;p19"/>
          <p:cNvSpPr txBox="1"/>
          <p:nvPr>
            <p:ph idx="11" type="ftr"/>
          </p:nvPr>
        </p:nvSpPr>
        <p:spPr>
          <a:xfrm>
            <a:off x="2499360" y="4988996"/>
            <a:ext cx="2316600" cy="286500"/>
          </a:xfrm>
          <a:prstGeom prst="rect">
            <a:avLst/>
          </a:prstGeom>
          <a:noFill/>
          <a:ln>
            <a:noFill/>
          </a:ln>
        </p:spPr>
        <p:txBody>
          <a:bodyPr anchorCtr="0" anchor="ctr" bIns="36325" lIns="72675" spcFirstLastPara="1" rIns="72675" wrap="square" tIns="3632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3" name="Google Shape;93;p19"/>
          <p:cNvSpPr txBox="1"/>
          <p:nvPr>
            <p:ph idx="12" type="sldNum"/>
          </p:nvPr>
        </p:nvSpPr>
        <p:spPr>
          <a:xfrm>
            <a:off x="5242560" y="4988996"/>
            <a:ext cx="1707000" cy="286500"/>
          </a:xfrm>
          <a:prstGeom prst="rect">
            <a:avLst/>
          </a:prstGeom>
          <a:noFill/>
          <a:ln>
            <a:noFill/>
          </a:ln>
        </p:spPr>
        <p:txBody>
          <a:bodyPr anchorCtr="0" anchor="ctr" bIns="36325" lIns="72675" spcFirstLastPara="1" rIns="72675" wrap="square" tIns="3632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4" name="Shape 94"/>
        <p:cNvGrpSpPr/>
        <p:nvPr/>
      </p:nvGrpSpPr>
      <p:grpSpPr>
        <a:xfrm>
          <a:off x="0" y="0"/>
          <a:ext cx="0" cy="0"/>
          <a:chOff x="0" y="0"/>
          <a:chExt cx="0" cy="0"/>
        </a:xfrm>
      </p:grpSpPr>
      <p:sp>
        <p:nvSpPr>
          <p:cNvPr id="95" name="Google Shape;95;p20"/>
          <p:cNvSpPr txBox="1"/>
          <p:nvPr>
            <p:ph type="title"/>
          </p:nvPr>
        </p:nvSpPr>
        <p:spPr>
          <a:xfrm>
            <a:off x="365760" y="215559"/>
            <a:ext cx="6583800" cy="897000"/>
          </a:xfrm>
          <a:prstGeom prst="rect">
            <a:avLst/>
          </a:prstGeom>
          <a:noFill/>
          <a:ln>
            <a:noFill/>
          </a:ln>
        </p:spPr>
        <p:txBody>
          <a:bodyPr anchorCtr="0" anchor="ctr" bIns="36325" lIns="72675" spcFirstLastPara="1" rIns="72675" wrap="square" tIns="3632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96" name="Google Shape;96;p20"/>
          <p:cNvSpPr txBox="1"/>
          <p:nvPr>
            <p:ph idx="10" type="dt"/>
          </p:nvPr>
        </p:nvSpPr>
        <p:spPr>
          <a:xfrm>
            <a:off x="365760" y="4988996"/>
            <a:ext cx="1707000" cy="286500"/>
          </a:xfrm>
          <a:prstGeom prst="rect">
            <a:avLst/>
          </a:prstGeom>
          <a:noFill/>
          <a:ln>
            <a:noFill/>
          </a:ln>
        </p:spPr>
        <p:txBody>
          <a:bodyPr anchorCtr="0" anchor="ctr" bIns="36325" lIns="72675" spcFirstLastPara="1" rIns="72675" wrap="square" tIns="3632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7" name="Google Shape;97;p20"/>
          <p:cNvSpPr txBox="1"/>
          <p:nvPr>
            <p:ph idx="11" type="ftr"/>
          </p:nvPr>
        </p:nvSpPr>
        <p:spPr>
          <a:xfrm>
            <a:off x="2499360" y="4988996"/>
            <a:ext cx="2316600" cy="286500"/>
          </a:xfrm>
          <a:prstGeom prst="rect">
            <a:avLst/>
          </a:prstGeom>
          <a:noFill/>
          <a:ln>
            <a:noFill/>
          </a:ln>
        </p:spPr>
        <p:txBody>
          <a:bodyPr anchorCtr="0" anchor="ctr" bIns="36325" lIns="72675" spcFirstLastPara="1" rIns="72675" wrap="square" tIns="3632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8" name="Google Shape;98;p20"/>
          <p:cNvSpPr txBox="1"/>
          <p:nvPr>
            <p:ph idx="12" type="sldNum"/>
          </p:nvPr>
        </p:nvSpPr>
        <p:spPr>
          <a:xfrm>
            <a:off x="5242560" y="4988996"/>
            <a:ext cx="1707000" cy="286500"/>
          </a:xfrm>
          <a:prstGeom prst="rect">
            <a:avLst/>
          </a:prstGeom>
          <a:noFill/>
          <a:ln>
            <a:noFill/>
          </a:ln>
        </p:spPr>
        <p:txBody>
          <a:bodyPr anchorCtr="0" anchor="ctr" bIns="36325" lIns="72675" spcFirstLastPara="1" rIns="72675" wrap="square" tIns="3632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99" name="Shape 99"/>
        <p:cNvGrpSpPr/>
        <p:nvPr/>
      </p:nvGrpSpPr>
      <p:grpSpPr>
        <a:xfrm>
          <a:off x="0" y="0"/>
          <a:ext cx="0" cy="0"/>
          <a:chOff x="0" y="0"/>
          <a:chExt cx="0" cy="0"/>
        </a:xfrm>
      </p:grpSpPr>
      <p:sp>
        <p:nvSpPr>
          <p:cNvPr id="100" name="Google Shape;100;p21"/>
          <p:cNvSpPr txBox="1"/>
          <p:nvPr>
            <p:ph type="title"/>
          </p:nvPr>
        </p:nvSpPr>
        <p:spPr>
          <a:xfrm>
            <a:off x="365760" y="214313"/>
            <a:ext cx="2406600" cy="912300"/>
          </a:xfrm>
          <a:prstGeom prst="rect">
            <a:avLst/>
          </a:prstGeom>
          <a:noFill/>
          <a:ln>
            <a:noFill/>
          </a:ln>
        </p:spPr>
        <p:txBody>
          <a:bodyPr anchorCtr="0" anchor="b" bIns="36325" lIns="72675" spcFirstLastPara="1" rIns="72675" wrap="square" tIns="36325">
            <a:normAutofit/>
          </a:bodyPr>
          <a:lstStyle>
            <a:lvl1pPr lvl="0" algn="l">
              <a:spcBef>
                <a:spcPts val="0"/>
              </a:spcBef>
              <a:spcAft>
                <a:spcPts val="0"/>
              </a:spcAft>
              <a:buClr>
                <a:schemeClr val="dk1"/>
              </a:buClr>
              <a:buSzPts val="1600"/>
              <a:buFont typeface="Calibri"/>
              <a:buNone/>
              <a:defRPr b="1" sz="16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01" name="Google Shape;101;p21"/>
          <p:cNvSpPr txBox="1"/>
          <p:nvPr>
            <p:ph idx="1" type="body"/>
          </p:nvPr>
        </p:nvSpPr>
        <p:spPr>
          <a:xfrm>
            <a:off x="2860040" y="214313"/>
            <a:ext cx="4089300" cy="4593900"/>
          </a:xfrm>
          <a:prstGeom prst="rect">
            <a:avLst/>
          </a:prstGeom>
          <a:noFill/>
          <a:ln>
            <a:noFill/>
          </a:ln>
        </p:spPr>
        <p:txBody>
          <a:bodyPr anchorCtr="0" anchor="t" bIns="36325" lIns="72675" spcFirstLastPara="1" rIns="72675" wrap="square" tIns="36325">
            <a:normAutofit/>
          </a:bodyPr>
          <a:lstStyle>
            <a:lvl1pPr indent="-387350" lvl="0" marL="457200" algn="l">
              <a:spcBef>
                <a:spcPts val="500"/>
              </a:spcBef>
              <a:spcAft>
                <a:spcPts val="0"/>
              </a:spcAft>
              <a:buClr>
                <a:schemeClr val="dk1"/>
              </a:buClr>
              <a:buSzPts val="2500"/>
              <a:buChar char="•"/>
              <a:defRPr sz="2500"/>
            </a:lvl1pPr>
            <a:lvl2pPr indent="-368300" lvl="1" marL="914400" algn="l">
              <a:spcBef>
                <a:spcPts val="400"/>
              </a:spcBef>
              <a:spcAft>
                <a:spcPts val="0"/>
              </a:spcAft>
              <a:buClr>
                <a:schemeClr val="dk1"/>
              </a:buClr>
              <a:buSzPts val="2200"/>
              <a:buChar char="–"/>
              <a:defRPr sz="2200"/>
            </a:lvl2pPr>
            <a:lvl3pPr indent="-349250" lvl="2" marL="1371600" algn="l">
              <a:spcBef>
                <a:spcPts val="400"/>
              </a:spcBef>
              <a:spcAft>
                <a:spcPts val="0"/>
              </a:spcAft>
              <a:buClr>
                <a:schemeClr val="dk1"/>
              </a:buClr>
              <a:buSzPts val="1900"/>
              <a:buChar char="•"/>
              <a:defRPr sz="1900"/>
            </a:lvl3pPr>
            <a:lvl4pPr indent="-330200" lvl="3" marL="1828800" algn="l">
              <a:spcBef>
                <a:spcPts val="300"/>
              </a:spcBef>
              <a:spcAft>
                <a:spcPts val="0"/>
              </a:spcAft>
              <a:buClr>
                <a:schemeClr val="dk1"/>
              </a:buClr>
              <a:buSzPts val="1600"/>
              <a:buChar char="–"/>
              <a:defRPr sz="1600"/>
            </a:lvl4pPr>
            <a:lvl5pPr indent="-330200" lvl="4" marL="2286000" algn="l">
              <a:spcBef>
                <a:spcPts val="300"/>
              </a:spcBef>
              <a:spcAft>
                <a:spcPts val="0"/>
              </a:spcAft>
              <a:buClr>
                <a:schemeClr val="dk1"/>
              </a:buClr>
              <a:buSzPts val="1600"/>
              <a:buChar char="»"/>
              <a:defRPr sz="1600"/>
            </a:lvl5pPr>
            <a:lvl6pPr indent="-330200" lvl="5" marL="2743200" algn="l">
              <a:spcBef>
                <a:spcPts val="300"/>
              </a:spcBef>
              <a:spcAft>
                <a:spcPts val="0"/>
              </a:spcAft>
              <a:buClr>
                <a:schemeClr val="dk1"/>
              </a:buClr>
              <a:buSzPts val="1600"/>
              <a:buChar char="•"/>
              <a:defRPr sz="1600"/>
            </a:lvl6pPr>
            <a:lvl7pPr indent="-330200" lvl="6" marL="3200400" algn="l">
              <a:spcBef>
                <a:spcPts val="300"/>
              </a:spcBef>
              <a:spcAft>
                <a:spcPts val="0"/>
              </a:spcAft>
              <a:buClr>
                <a:schemeClr val="dk1"/>
              </a:buClr>
              <a:buSzPts val="1600"/>
              <a:buChar char="•"/>
              <a:defRPr sz="1600"/>
            </a:lvl7pPr>
            <a:lvl8pPr indent="-330200" lvl="7" marL="3657600" algn="l">
              <a:spcBef>
                <a:spcPts val="300"/>
              </a:spcBef>
              <a:spcAft>
                <a:spcPts val="0"/>
              </a:spcAft>
              <a:buClr>
                <a:schemeClr val="dk1"/>
              </a:buClr>
              <a:buSzPts val="1600"/>
              <a:buChar char="•"/>
              <a:defRPr sz="1600"/>
            </a:lvl8pPr>
            <a:lvl9pPr indent="-330200" lvl="8" marL="4114800" algn="l">
              <a:spcBef>
                <a:spcPts val="300"/>
              </a:spcBef>
              <a:spcAft>
                <a:spcPts val="0"/>
              </a:spcAft>
              <a:buClr>
                <a:schemeClr val="dk1"/>
              </a:buClr>
              <a:buSzPts val="1600"/>
              <a:buChar char="•"/>
              <a:defRPr sz="1600"/>
            </a:lvl9pPr>
          </a:lstStyle>
          <a:p/>
        </p:txBody>
      </p:sp>
      <p:sp>
        <p:nvSpPr>
          <p:cNvPr id="102" name="Google Shape;102;p21"/>
          <p:cNvSpPr txBox="1"/>
          <p:nvPr>
            <p:ph idx="2" type="body"/>
          </p:nvPr>
        </p:nvSpPr>
        <p:spPr>
          <a:xfrm>
            <a:off x="365760" y="1126387"/>
            <a:ext cx="2406600" cy="3681900"/>
          </a:xfrm>
          <a:prstGeom prst="rect">
            <a:avLst/>
          </a:prstGeom>
          <a:noFill/>
          <a:ln>
            <a:noFill/>
          </a:ln>
        </p:spPr>
        <p:txBody>
          <a:bodyPr anchorCtr="0" anchor="t" bIns="36325" lIns="72675" spcFirstLastPara="1" rIns="72675" wrap="square" tIns="36325">
            <a:normAutofit/>
          </a:bodyPr>
          <a:lstStyle>
            <a:lvl1pPr indent="-228600" lvl="0" marL="457200" algn="l">
              <a:spcBef>
                <a:spcPts val="200"/>
              </a:spcBef>
              <a:spcAft>
                <a:spcPts val="0"/>
              </a:spcAft>
              <a:buClr>
                <a:schemeClr val="dk1"/>
              </a:buClr>
              <a:buSzPts val="1100"/>
              <a:buNone/>
              <a:defRPr sz="1100"/>
            </a:lvl1pPr>
            <a:lvl2pPr indent="-228600" lvl="1" marL="914400" algn="l">
              <a:spcBef>
                <a:spcPts val="200"/>
              </a:spcBef>
              <a:spcAft>
                <a:spcPts val="0"/>
              </a:spcAft>
              <a:buClr>
                <a:schemeClr val="dk1"/>
              </a:buClr>
              <a:buSzPts val="1000"/>
              <a:buNone/>
              <a:defRPr sz="1000"/>
            </a:lvl2pPr>
            <a:lvl3pPr indent="-228600" lvl="2" marL="1371600" algn="l">
              <a:spcBef>
                <a:spcPts val="200"/>
              </a:spcBef>
              <a:spcAft>
                <a:spcPts val="0"/>
              </a:spcAft>
              <a:buClr>
                <a:schemeClr val="dk1"/>
              </a:buClr>
              <a:buSzPts val="800"/>
              <a:buNone/>
              <a:defRPr sz="800"/>
            </a:lvl3pPr>
            <a:lvl4pPr indent="-228600" lvl="3" marL="1828800" algn="l">
              <a:spcBef>
                <a:spcPts val="100"/>
              </a:spcBef>
              <a:spcAft>
                <a:spcPts val="0"/>
              </a:spcAft>
              <a:buClr>
                <a:schemeClr val="dk1"/>
              </a:buClr>
              <a:buSzPts val="700"/>
              <a:buNone/>
              <a:defRPr sz="700"/>
            </a:lvl4pPr>
            <a:lvl5pPr indent="-228600" lvl="4" marL="2286000" algn="l">
              <a:spcBef>
                <a:spcPts val="100"/>
              </a:spcBef>
              <a:spcAft>
                <a:spcPts val="0"/>
              </a:spcAft>
              <a:buClr>
                <a:schemeClr val="dk1"/>
              </a:buClr>
              <a:buSzPts val="700"/>
              <a:buNone/>
              <a:defRPr sz="700"/>
            </a:lvl5pPr>
            <a:lvl6pPr indent="-228600" lvl="5" marL="2743200" algn="l">
              <a:spcBef>
                <a:spcPts val="100"/>
              </a:spcBef>
              <a:spcAft>
                <a:spcPts val="0"/>
              </a:spcAft>
              <a:buClr>
                <a:schemeClr val="dk1"/>
              </a:buClr>
              <a:buSzPts val="700"/>
              <a:buNone/>
              <a:defRPr sz="700"/>
            </a:lvl6pPr>
            <a:lvl7pPr indent="-228600" lvl="6" marL="3200400" algn="l">
              <a:spcBef>
                <a:spcPts val="100"/>
              </a:spcBef>
              <a:spcAft>
                <a:spcPts val="0"/>
              </a:spcAft>
              <a:buClr>
                <a:schemeClr val="dk1"/>
              </a:buClr>
              <a:buSzPts val="700"/>
              <a:buNone/>
              <a:defRPr sz="700"/>
            </a:lvl7pPr>
            <a:lvl8pPr indent="-228600" lvl="7" marL="3657600" algn="l">
              <a:spcBef>
                <a:spcPts val="100"/>
              </a:spcBef>
              <a:spcAft>
                <a:spcPts val="0"/>
              </a:spcAft>
              <a:buClr>
                <a:schemeClr val="dk1"/>
              </a:buClr>
              <a:buSzPts val="700"/>
              <a:buNone/>
              <a:defRPr sz="700"/>
            </a:lvl8pPr>
            <a:lvl9pPr indent="-228600" lvl="8" marL="4114800" algn="l">
              <a:spcBef>
                <a:spcPts val="100"/>
              </a:spcBef>
              <a:spcAft>
                <a:spcPts val="0"/>
              </a:spcAft>
              <a:buClr>
                <a:schemeClr val="dk1"/>
              </a:buClr>
              <a:buSzPts val="700"/>
              <a:buNone/>
              <a:defRPr sz="700"/>
            </a:lvl9pPr>
          </a:lstStyle>
          <a:p/>
        </p:txBody>
      </p:sp>
      <p:sp>
        <p:nvSpPr>
          <p:cNvPr id="103" name="Google Shape;103;p21"/>
          <p:cNvSpPr txBox="1"/>
          <p:nvPr>
            <p:ph idx="10" type="dt"/>
          </p:nvPr>
        </p:nvSpPr>
        <p:spPr>
          <a:xfrm>
            <a:off x="365760" y="4988996"/>
            <a:ext cx="1707000" cy="286500"/>
          </a:xfrm>
          <a:prstGeom prst="rect">
            <a:avLst/>
          </a:prstGeom>
          <a:noFill/>
          <a:ln>
            <a:noFill/>
          </a:ln>
        </p:spPr>
        <p:txBody>
          <a:bodyPr anchorCtr="0" anchor="ctr" bIns="36325" lIns="72675" spcFirstLastPara="1" rIns="72675" wrap="square" tIns="3632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4" name="Google Shape;104;p21"/>
          <p:cNvSpPr txBox="1"/>
          <p:nvPr>
            <p:ph idx="11" type="ftr"/>
          </p:nvPr>
        </p:nvSpPr>
        <p:spPr>
          <a:xfrm>
            <a:off x="2499360" y="4988996"/>
            <a:ext cx="2316600" cy="286500"/>
          </a:xfrm>
          <a:prstGeom prst="rect">
            <a:avLst/>
          </a:prstGeom>
          <a:noFill/>
          <a:ln>
            <a:noFill/>
          </a:ln>
        </p:spPr>
        <p:txBody>
          <a:bodyPr anchorCtr="0" anchor="ctr" bIns="36325" lIns="72675" spcFirstLastPara="1" rIns="72675" wrap="square" tIns="3632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5" name="Google Shape;105;p21"/>
          <p:cNvSpPr txBox="1"/>
          <p:nvPr>
            <p:ph idx="12" type="sldNum"/>
          </p:nvPr>
        </p:nvSpPr>
        <p:spPr>
          <a:xfrm>
            <a:off x="5242560" y="4988996"/>
            <a:ext cx="1707000" cy="286500"/>
          </a:xfrm>
          <a:prstGeom prst="rect">
            <a:avLst/>
          </a:prstGeom>
          <a:noFill/>
          <a:ln>
            <a:noFill/>
          </a:ln>
        </p:spPr>
        <p:txBody>
          <a:bodyPr anchorCtr="0" anchor="ctr" bIns="36325" lIns="72675" spcFirstLastPara="1" rIns="72675" wrap="square" tIns="3632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06" name="Shape 106"/>
        <p:cNvGrpSpPr/>
        <p:nvPr/>
      </p:nvGrpSpPr>
      <p:grpSpPr>
        <a:xfrm>
          <a:off x="0" y="0"/>
          <a:ext cx="0" cy="0"/>
          <a:chOff x="0" y="0"/>
          <a:chExt cx="0" cy="0"/>
        </a:xfrm>
      </p:grpSpPr>
      <p:sp>
        <p:nvSpPr>
          <p:cNvPr id="107" name="Google Shape;107;p22"/>
          <p:cNvSpPr txBox="1"/>
          <p:nvPr>
            <p:ph type="title"/>
          </p:nvPr>
        </p:nvSpPr>
        <p:spPr>
          <a:xfrm>
            <a:off x="1433830" y="3767913"/>
            <a:ext cx="4389000" cy="444900"/>
          </a:xfrm>
          <a:prstGeom prst="rect">
            <a:avLst/>
          </a:prstGeom>
          <a:noFill/>
          <a:ln>
            <a:noFill/>
          </a:ln>
        </p:spPr>
        <p:txBody>
          <a:bodyPr anchorCtr="0" anchor="b" bIns="36325" lIns="72675" spcFirstLastPara="1" rIns="72675" wrap="square" tIns="36325">
            <a:normAutofit/>
          </a:bodyPr>
          <a:lstStyle>
            <a:lvl1pPr lvl="0" algn="l">
              <a:spcBef>
                <a:spcPts val="0"/>
              </a:spcBef>
              <a:spcAft>
                <a:spcPts val="0"/>
              </a:spcAft>
              <a:buClr>
                <a:schemeClr val="dk1"/>
              </a:buClr>
              <a:buSzPts val="1600"/>
              <a:buFont typeface="Calibri"/>
              <a:buNone/>
              <a:defRPr b="1" sz="16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08" name="Google Shape;108;p22"/>
          <p:cNvSpPr/>
          <p:nvPr>
            <p:ph idx="2" type="pic"/>
          </p:nvPr>
        </p:nvSpPr>
        <p:spPr>
          <a:xfrm>
            <a:off x="1433830" y="480957"/>
            <a:ext cx="4389000" cy="3229500"/>
          </a:xfrm>
          <a:prstGeom prst="rect">
            <a:avLst/>
          </a:prstGeom>
          <a:noFill/>
          <a:ln>
            <a:noFill/>
          </a:ln>
        </p:spPr>
      </p:sp>
      <p:sp>
        <p:nvSpPr>
          <p:cNvPr id="109" name="Google Shape;109;p22"/>
          <p:cNvSpPr txBox="1"/>
          <p:nvPr>
            <p:ph idx="1" type="body"/>
          </p:nvPr>
        </p:nvSpPr>
        <p:spPr>
          <a:xfrm>
            <a:off x="1433830" y="4212736"/>
            <a:ext cx="4389000" cy="631800"/>
          </a:xfrm>
          <a:prstGeom prst="rect">
            <a:avLst/>
          </a:prstGeom>
          <a:noFill/>
          <a:ln>
            <a:noFill/>
          </a:ln>
        </p:spPr>
        <p:txBody>
          <a:bodyPr anchorCtr="0" anchor="t" bIns="36325" lIns="72675" spcFirstLastPara="1" rIns="72675" wrap="square" tIns="36325">
            <a:normAutofit/>
          </a:bodyPr>
          <a:lstStyle>
            <a:lvl1pPr indent="-228600" lvl="0" marL="457200" algn="l">
              <a:spcBef>
                <a:spcPts val="200"/>
              </a:spcBef>
              <a:spcAft>
                <a:spcPts val="0"/>
              </a:spcAft>
              <a:buClr>
                <a:schemeClr val="dk1"/>
              </a:buClr>
              <a:buSzPts val="1100"/>
              <a:buNone/>
              <a:defRPr sz="1100"/>
            </a:lvl1pPr>
            <a:lvl2pPr indent="-228600" lvl="1" marL="914400" algn="l">
              <a:spcBef>
                <a:spcPts val="200"/>
              </a:spcBef>
              <a:spcAft>
                <a:spcPts val="0"/>
              </a:spcAft>
              <a:buClr>
                <a:schemeClr val="dk1"/>
              </a:buClr>
              <a:buSzPts val="1000"/>
              <a:buNone/>
              <a:defRPr sz="1000"/>
            </a:lvl2pPr>
            <a:lvl3pPr indent="-228600" lvl="2" marL="1371600" algn="l">
              <a:spcBef>
                <a:spcPts val="200"/>
              </a:spcBef>
              <a:spcAft>
                <a:spcPts val="0"/>
              </a:spcAft>
              <a:buClr>
                <a:schemeClr val="dk1"/>
              </a:buClr>
              <a:buSzPts val="800"/>
              <a:buNone/>
              <a:defRPr sz="800"/>
            </a:lvl3pPr>
            <a:lvl4pPr indent="-228600" lvl="3" marL="1828800" algn="l">
              <a:spcBef>
                <a:spcPts val="100"/>
              </a:spcBef>
              <a:spcAft>
                <a:spcPts val="0"/>
              </a:spcAft>
              <a:buClr>
                <a:schemeClr val="dk1"/>
              </a:buClr>
              <a:buSzPts val="700"/>
              <a:buNone/>
              <a:defRPr sz="700"/>
            </a:lvl4pPr>
            <a:lvl5pPr indent="-228600" lvl="4" marL="2286000" algn="l">
              <a:spcBef>
                <a:spcPts val="100"/>
              </a:spcBef>
              <a:spcAft>
                <a:spcPts val="0"/>
              </a:spcAft>
              <a:buClr>
                <a:schemeClr val="dk1"/>
              </a:buClr>
              <a:buSzPts val="700"/>
              <a:buNone/>
              <a:defRPr sz="700"/>
            </a:lvl5pPr>
            <a:lvl6pPr indent="-228600" lvl="5" marL="2743200" algn="l">
              <a:spcBef>
                <a:spcPts val="100"/>
              </a:spcBef>
              <a:spcAft>
                <a:spcPts val="0"/>
              </a:spcAft>
              <a:buClr>
                <a:schemeClr val="dk1"/>
              </a:buClr>
              <a:buSzPts val="700"/>
              <a:buNone/>
              <a:defRPr sz="700"/>
            </a:lvl6pPr>
            <a:lvl7pPr indent="-228600" lvl="6" marL="3200400" algn="l">
              <a:spcBef>
                <a:spcPts val="100"/>
              </a:spcBef>
              <a:spcAft>
                <a:spcPts val="0"/>
              </a:spcAft>
              <a:buClr>
                <a:schemeClr val="dk1"/>
              </a:buClr>
              <a:buSzPts val="700"/>
              <a:buNone/>
              <a:defRPr sz="700"/>
            </a:lvl7pPr>
            <a:lvl8pPr indent="-228600" lvl="7" marL="3657600" algn="l">
              <a:spcBef>
                <a:spcPts val="100"/>
              </a:spcBef>
              <a:spcAft>
                <a:spcPts val="0"/>
              </a:spcAft>
              <a:buClr>
                <a:schemeClr val="dk1"/>
              </a:buClr>
              <a:buSzPts val="700"/>
              <a:buNone/>
              <a:defRPr sz="700"/>
            </a:lvl8pPr>
            <a:lvl9pPr indent="-228600" lvl="8" marL="4114800" algn="l">
              <a:spcBef>
                <a:spcPts val="100"/>
              </a:spcBef>
              <a:spcAft>
                <a:spcPts val="0"/>
              </a:spcAft>
              <a:buClr>
                <a:schemeClr val="dk1"/>
              </a:buClr>
              <a:buSzPts val="700"/>
              <a:buNone/>
              <a:defRPr sz="700"/>
            </a:lvl9pPr>
          </a:lstStyle>
          <a:p/>
        </p:txBody>
      </p:sp>
      <p:sp>
        <p:nvSpPr>
          <p:cNvPr id="110" name="Google Shape;110;p22"/>
          <p:cNvSpPr txBox="1"/>
          <p:nvPr>
            <p:ph idx="10" type="dt"/>
          </p:nvPr>
        </p:nvSpPr>
        <p:spPr>
          <a:xfrm>
            <a:off x="365760" y="4988996"/>
            <a:ext cx="1707000" cy="286500"/>
          </a:xfrm>
          <a:prstGeom prst="rect">
            <a:avLst/>
          </a:prstGeom>
          <a:noFill/>
          <a:ln>
            <a:noFill/>
          </a:ln>
        </p:spPr>
        <p:txBody>
          <a:bodyPr anchorCtr="0" anchor="ctr" bIns="36325" lIns="72675" spcFirstLastPara="1" rIns="72675" wrap="square" tIns="3632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1" name="Google Shape;111;p22"/>
          <p:cNvSpPr txBox="1"/>
          <p:nvPr>
            <p:ph idx="11" type="ftr"/>
          </p:nvPr>
        </p:nvSpPr>
        <p:spPr>
          <a:xfrm>
            <a:off x="2499360" y="4988996"/>
            <a:ext cx="2316600" cy="286500"/>
          </a:xfrm>
          <a:prstGeom prst="rect">
            <a:avLst/>
          </a:prstGeom>
          <a:noFill/>
          <a:ln>
            <a:noFill/>
          </a:ln>
        </p:spPr>
        <p:txBody>
          <a:bodyPr anchorCtr="0" anchor="ctr" bIns="36325" lIns="72675" spcFirstLastPara="1" rIns="72675" wrap="square" tIns="3632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2" name="Google Shape;112;p22"/>
          <p:cNvSpPr txBox="1"/>
          <p:nvPr>
            <p:ph idx="12" type="sldNum"/>
          </p:nvPr>
        </p:nvSpPr>
        <p:spPr>
          <a:xfrm>
            <a:off x="5242560" y="4988996"/>
            <a:ext cx="1707000" cy="286500"/>
          </a:xfrm>
          <a:prstGeom prst="rect">
            <a:avLst/>
          </a:prstGeom>
          <a:noFill/>
          <a:ln>
            <a:noFill/>
          </a:ln>
        </p:spPr>
        <p:txBody>
          <a:bodyPr anchorCtr="0" anchor="ctr" bIns="36325" lIns="72675" spcFirstLastPara="1" rIns="72675" wrap="square" tIns="3632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13" name="Shape 113"/>
        <p:cNvGrpSpPr/>
        <p:nvPr/>
      </p:nvGrpSpPr>
      <p:grpSpPr>
        <a:xfrm>
          <a:off x="0" y="0"/>
          <a:ext cx="0" cy="0"/>
          <a:chOff x="0" y="0"/>
          <a:chExt cx="0" cy="0"/>
        </a:xfrm>
      </p:grpSpPr>
      <p:sp>
        <p:nvSpPr>
          <p:cNvPr id="114" name="Google Shape;114;p23"/>
          <p:cNvSpPr txBox="1"/>
          <p:nvPr>
            <p:ph type="title"/>
          </p:nvPr>
        </p:nvSpPr>
        <p:spPr>
          <a:xfrm>
            <a:off x="365760" y="215559"/>
            <a:ext cx="6583800" cy="897000"/>
          </a:xfrm>
          <a:prstGeom prst="rect">
            <a:avLst/>
          </a:prstGeom>
          <a:noFill/>
          <a:ln>
            <a:noFill/>
          </a:ln>
        </p:spPr>
        <p:txBody>
          <a:bodyPr anchorCtr="0" anchor="ctr" bIns="36325" lIns="72675" spcFirstLastPara="1" rIns="72675" wrap="square" tIns="3632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15" name="Google Shape;115;p23"/>
          <p:cNvSpPr txBox="1"/>
          <p:nvPr>
            <p:ph idx="1" type="body"/>
          </p:nvPr>
        </p:nvSpPr>
        <p:spPr>
          <a:xfrm rot="5400000">
            <a:off x="1881240" y="-259629"/>
            <a:ext cx="3552600" cy="6583800"/>
          </a:xfrm>
          <a:prstGeom prst="rect">
            <a:avLst/>
          </a:prstGeom>
          <a:noFill/>
          <a:ln>
            <a:noFill/>
          </a:ln>
        </p:spPr>
        <p:txBody>
          <a:bodyPr anchorCtr="0" anchor="t" bIns="36325" lIns="72675" spcFirstLastPara="1" rIns="72675" wrap="square" tIns="36325">
            <a:normAutofit/>
          </a:bodyPr>
          <a:lstStyle>
            <a:lvl1pPr indent="-317500" lvl="0" marL="457200" algn="l">
              <a:spcBef>
                <a:spcPts val="300"/>
              </a:spcBef>
              <a:spcAft>
                <a:spcPts val="0"/>
              </a:spcAft>
              <a:buClr>
                <a:schemeClr val="dk1"/>
              </a:buClr>
              <a:buSzPts val="1400"/>
              <a:buChar char="•"/>
              <a:defRPr/>
            </a:lvl1pPr>
            <a:lvl2pPr indent="-317500" lvl="1" marL="914400" algn="l">
              <a:spcBef>
                <a:spcPts val="300"/>
              </a:spcBef>
              <a:spcAft>
                <a:spcPts val="0"/>
              </a:spcAft>
              <a:buClr>
                <a:schemeClr val="dk1"/>
              </a:buClr>
              <a:buSzPts val="1400"/>
              <a:buChar char="–"/>
              <a:defRPr/>
            </a:lvl2pPr>
            <a:lvl3pPr indent="-317500" lvl="2" marL="1371600" algn="l">
              <a:spcBef>
                <a:spcPts val="300"/>
              </a:spcBef>
              <a:spcAft>
                <a:spcPts val="0"/>
              </a:spcAft>
              <a:buClr>
                <a:schemeClr val="dk1"/>
              </a:buClr>
              <a:buSzPts val="1400"/>
              <a:buChar char="•"/>
              <a:defRPr/>
            </a:lvl3pPr>
            <a:lvl4pPr indent="-317500" lvl="3" marL="1828800" algn="l">
              <a:spcBef>
                <a:spcPts val="300"/>
              </a:spcBef>
              <a:spcAft>
                <a:spcPts val="0"/>
              </a:spcAft>
              <a:buClr>
                <a:schemeClr val="dk1"/>
              </a:buClr>
              <a:buSzPts val="1400"/>
              <a:buChar char="–"/>
              <a:defRPr/>
            </a:lvl4pPr>
            <a:lvl5pPr indent="-317500" lvl="4" marL="2286000" algn="l">
              <a:spcBef>
                <a:spcPts val="300"/>
              </a:spcBef>
              <a:spcAft>
                <a:spcPts val="0"/>
              </a:spcAft>
              <a:buClr>
                <a:schemeClr val="dk1"/>
              </a:buClr>
              <a:buSzPts val="1400"/>
              <a:buChar char="»"/>
              <a:defRPr/>
            </a:lvl5pPr>
            <a:lvl6pPr indent="-317500" lvl="5" marL="2743200" algn="l">
              <a:spcBef>
                <a:spcPts val="300"/>
              </a:spcBef>
              <a:spcAft>
                <a:spcPts val="0"/>
              </a:spcAft>
              <a:buClr>
                <a:schemeClr val="dk1"/>
              </a:buClr>
              <a:buSzPts val="1400"/>
              <a:buChar char="•"/>
              <a:defRPr/>
            </a:lvl6pPr>
            <a:lvl7pPr indent="-317500" lvl="6" marL="3200400" algn="l">
              <a:spcBef>
                <a:spcPts val="300"/>
              </a:spcBef>
              <a:spcAft>
                <a:spcPts val="0"/>
              </a:spcAft>
              <a:buClr>
                <a:schemeClr val="dk1"/>
              </a:buClr>
              <a:buSzPts val="1400"/>
              <a:buChar char="•"/>
              <a:defRPr/>
            </a:lvl7pPr>
            <a:lvl8pPr indent="-317500" lvl="7" marL="3657600" algn="l">
              <a:spcBef>
                <a:spcPts val="300"/>
              </a:spcBef>
              <a:spcAft>
                <a:spcPts val="0"/>
              </a:spcAft>
              <a:buClr>
                <a:schemeClr val="dk1"/>
              </a:buClr>
              <a:buSzPts val="1400"/>
              <a:buChar char="•"/>
              <a:defRPr/>
            </a:lvl8pPr>
            <a:lvl9pPr indent="-317500" lvl="8" marL="4114800" algn="l">
              <a:spcBef>
                <a:spcPts val="300"/>
              </a:spcBef>
              <a:spcAft>
                <a:spcPts val="0"/>
              </a:spcAft>
              <a:buClr>
                <a:schemeClr val="dk1"/>
              </a:buClr>
              <a:buSzPts val="1400"/>
              <a:buChar char="•"/>
              <a:defRPr/>
            </a:lvl9pPr>
          </a:lstStyle>
          <a:p/>
        </p:txBody>
      </p:sp>
      <p:sp>
        <p:nvSpPr>
          <p:cNvPr id="116" name="Google Shape;116;p23"/>
          <p:cNvSpPr txBox="1"/>
          <p:nvPr>
            <p:ph idx="10" type="dt"/>
          </p:nvPr>
        </p:nvSpPr>
        <p:spPr>
          <a:xfrm>
            <a:off x="365760" y="4988996"/>
            <a:ext cx="1707000" cy="286500"/>
          </a:xfrm>
          <a:prstGeom prst="rect">
            <a:avLst/>
          </a:prstGeom>
          <a:noFill/>
          <a:ln>
            <a:noFill/>
          </a:ln>
        </p:spPr>
        <p:txBody>
          <a:bodyPr anchorCtr="0" anchor="ctr" bIns="36325" lIns="72675" spcFirstLastPara="1" rIns="72675" wrap="square" tIns="3632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7" name="Google Shape;117;p23"/>
          <p:cNvSpPr txBox="1"/>
          <p:nvPr>
            <p:ph idx="11" type="ftr"/>
          </p:nvPr>
        </p:nvSpPr>
        <p:spPr>
          <a:xfrm>
            <a:off x="2499360" y="4988996"/>
            <a:ext cx="2316600" cy="286500"/>
          </a:xfrm>
          <a:prstGeom prst="rect">
            <a:avLst/>
          </a:prstGeom>
          <a:noFill/>
          <a:ln>
            <a:noFill/>
          </a:ln>
        </p:spPr>
        <p:txBody>
          <a:bodyPr anchorCtr="0" anchor="ctr" bIns="36325" lIns="72675" spcFirstLastPara="1" rIns="72675" wrap="square" tIns="3632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8" name="Google Shape;118;p23"/>
          <p:cNvSpPr txBox="1"/>
          <p:nvPr>
            <p:ph idx="12" type="sldNum"/>
          </p:nvPr>
        </p:nvSpPr>
        <p:spPr>
          <a:xfrm>
            <a:off x="5242560" y="4988996"/>
            <a:ext cx="1707000" cy="286500"/>
          </a:xfrm>
          <a:prstGeom prst="rect">
            <a:avLst/>
          </a:prstGeom>
          <a:noFill/>
          <a:ln>
            <a:noFill/>
          </a:ln>
        </p:spPr>
        <p:txBody>
          <a:bodyPr anchorCtr="0" anchor="ctr" bIns="36325" lIns="72675" spcFirstLastPara="1" rIns="72675" wrap="square" tIns="3632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19" name="Shape 119"/>
        <p:cNvGrpSpPr/>
        <p:nvPr/>
      </p:nvGrpSpPr>
      <p:grpSpPr>
        <a:xfrm>
          <a:off x="0" y="0"/>
          <a:ext cx="0" cy="0"/>
          <a:chOff x="0" y="0"/>
          <a:chExt cx="0" cy="0"/>
        </a:xfrm>
      </p:grpSpPr>
      <p:sp>
        <p:nvSpPr>
          <p:cNvPr id="120" name="Google Shape;120;p24"/>
          <p:cNvSpPr txBox="1"/>
          <p:nvPr>
            <p:ph type="title"/>
          </p:nvPr>
        </p:nvSpPr>
        <p:spPr>
          <a:xfrm rot="5400000">
            <a:off x="3830190" y="1689009"/>
            <a:ext cx="4592700" cy="1645800"/>
          </a:xfrm>
          <a:prstGeom prst="rect">
            <a:avLst/>
          </a:prstGeom>
          <a:noFill/>
          <a:ln>
            <a:noFill/>
          </a:ln>
        </p:spPr>
        <p:txBody>
          <a:bodyPr anchorCtr="0" anchor="ctr" bIns="36325" lIns="72675" spcFirstLastPara="1" rIns="72675" wrap="square" tIns="3632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21" name="Google Shape;121;p24"/>
          <p:cNvSpPr txBox="1"/>
          <p:nvPr>
            <p:ph idx="1" type="body"/>
          </p:nvPr>
        </p:nvSpPr>
        <p:spPr>
          <a:xfrm rot="5400000">
            <a:off x="477300" y="103959"/>
            <a:ext cx="4592700" cy="4815900"/>
          </a:xfrm>
          <a:prstGeom prst="rect">
            <a:avLst/>
          </a:prstGeom>
          <a:noFill/>
          <a:ln>
            <a:noFill/>
          </a:ln>
        </p:spPr>
        <p:txBody>
          <a:bodyPr anchorCtr="0" anchor="t" bIns="36325" lIns="72675" spcFirstLastPara="1" rIns="72675" wrap="square" tIns="36325">
            <a:normAutofit/>
          </a:bodyPr>
          <a:lstStyle>
            <a:lvl1pPr indent="-317500" lvl="0" marL="457200" algn="l">
              <a:spcBef>
                <a:spcPts val="300"/>
              </a:spcBef>
              <a:spcAft>
                <a:spcPts val="0"/>
              </a:spcAft>
              <a:buClr>
                <a:schemeClr val="dk1"/>
              </a:buClr>
              <a:buSzPts val="1400"/>
              <a:buChar char="•"/>
              <a:defRPr/>
            </a:lvl1pPr>
            <a:lvl2pPr indent="-317500" lvl="1" marL="914400" algn="l">
              <a:spcBef>
                <a:spcPts val="300"/>
              </a:spcBef>
              <a:spcAft>
                <a:spcPts val="0"/>
              </a:spcAft>
              <a:buClr>
                <a:schemeClr val="dk1"/>
              </a:buClr>
              <a:buSzPts val="1400"/>
              <a:buChar char="–"/>
              <a:defRPr/>
            </a:lvl2pPr>
            <a:lvl3pPr indent="-317500" lvl="2" marL="1371600" algn="l">
              <a:spcBef>
                <a:spcPts val="300"/>
              </a:spcBef>
              <a:spcAft>
                <a:spcPts val="0"/>
              </a:spcAft>
              <a:buClr>
                <a:schemeClr val="dk1"/>
              </a:buClr>
              <a:buSzPts val="1400"/>
              <a:buChar char="•"/>
              <a:defRPr/>
            </a:lvl3pPr>
            <a:lvl4pPr indent="-317500" lvl="3" marL="1828800" algn="l">
              <a:spcBef>
                <a:spcPts val="300"/>
              </a:spcBef>
              <a:spcAft>
                <a:spcPts val="0"/>
              </a:spcAft>
              <a:buClr>
                <a:schemeClr val="dk1"/>
              </a:buClr>
              <a:buSzPts val="1400"/>
              <a:buChar char="–"/>
              <a:defRPr/>
            </a:lvl4pPr>
            <a:lvl5pPr indent="-317500" lvl="4" marL="2286000" algn="l">
              <a:spcBef>
                <a:spcPts val="300"/>
              </a:spcBef>
              <a:spcAft>
                <a:spcPts val="0"/>
              </a:spcAft>
              <a:buClr>
                <a:schemeClr val="dk1"/>
              </a:buClr>
              <a:buSzPts val="1400"/>
              <a:buChar char="»"/>
              <a:defRPr/>
            </a:lvl5pPr>
            <a:lvl6pPr indent="-317500" lvl="5" marL="2743200" algn="l">
              <a:spcBef>
                <a:spcPts val="300"/>
              </a:spcBef>
              <a:spcAft>
                <a:spcPts val="0"/>
              </a:spcAft>
              <a:buClr>
                <a:schemeClr val="dk1"/>
              </a:buClr>
              <a:buSzPts val="1400"/>
              <a:buChar char="•"/>
              <a:defRPr/>
            </a:lvl6pPr>
            <a:lvl7pPr indent="-317500" lvl="6" marL="3200400" algn="l">
              <a:spcBef>
                <a:spcPts val="300"/>
              </a:spcBef>
              <a:spcAft>
                <a:spcPts val="0"/>
              </a:spcAft>
              <a:buClr>
                <a:schemeClr val="dk1"/>
              </a:buClr>
              <a:buSzPts val="1400"/>
              <a:buChar char="•"/>
              <a:defRPr/>
            </a:lvl7pPr>
            <a:lvl8pPr indent="-317500" lvl="7" marL="3657600" algn="l">
              <a:spcBef>
                <a:spcPts val="300"/>
              </a:spcBef>
              <a:spcAft>
                <a:spcPts val="0"/>
              </a:spcAft>
              <a:buClr>
                <a:schemeClr val="dk1"/>
              </a:buClr>
              <a:buSzPts val="1400"/>
              <a:buChar char="•"/>
              <a:defRPr/>
            </a:lvl8pPr>
            <a:lvl9pPr indent="-317500" lvl="8" marL="4114800" algn="l">
              <a:spcBef>
                <a:spcPts val="300"/>
              </a:spcBef>
              <a:spcAft>
                <a:spcPts val="0"/>
              </a:spcAft>
              <a:buClr>
                <a:schemeClr val="dk1"/>
              </a:buClr>
              <a:buSzPts val="1400"/>
              <a:buChar char="•"/>
              <a:defRPr/>
            </a:lvl9pPr>
          </a:lstStyle>
          <a:p/>
        </p:txBody>
      </p:sp>
      <p:sp>
        <p:nvSpPr>
          <p:cNvPr id="122" name="Google Shape;122;p24"/>
          <p:cNvSpPr txBox="1"/>
          <p:nvPr>
            <p:ph idx="10" type="dt"/>
          </p:nvPr>
        </p:nvSpPr>
        <p:spPr>
          <a:xfrm>
            <a:off x="365760" y="4988996"/>
            <a:ext cx="1707000" cy="286500"/>
          </a:xfrm>
          <a:prstGeom prst="rect">
            <a:avLst/>
          </a:prstGeom>
          <a:noFill/>
          <a:ln>
            <a:noFill/>
          </a:ln>
        </p:spPr>
        <p:txBody>
          <a:bodyPr anchorCtr="0" anchor="ctr" bIns="36325" lIns="72675" spcFirstLastPara="1" rIns="72675" wrap="square" tIns="3632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3" name="Google Shape;123;p24"/>
          <p:cNvSpPr txBox="1"/>
          <p:nvPr>
            <p:ph idx="11" type="ftr"/>
          </p:nvPr>
        </p:nvSpPr>
        <p:spPr>
          <a:xfrm>
            <a:off x="2499360" y="4988996"/>
            <a:ext cx="2316600" cy="286500"/>
          </a:xfrm>
          <a:prstGeom prst="rect">
            <a:avLst/>
          </a:prstGeom>
          <a:noFill/>
          <a:ln>
            <a:noFill/>
          </a:ln>
        </p:spPr>
        <p:txBody>
          <a:bodyPr anchorCtr="0" anchor="ctr" bIns="36325" lIns="72675" spcFirstLastPara="1" rIns="72675" wrap="square" tIns="3632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4" name="Google Shape;124;p24"/>
          <p:cNvSpPr txBox="1"/>
          <p:nvPr>
            <p:ph idx="12" type="sldNum"/>
          </p:nvPr>
        </p:nvSpPr>
        <p:spPr>
          <a:xfrm>
            <a:off x="5242560" y="4988996"/>
            <a:ext cx="1707000" cy="286500"/>
          </a:xfrm>
          <a:prstGeom prst="rect">
            <a:avLst/>
          </a:prstGeom>
          <a:noFill/>
          <a:ln>
            <a:noFill/>
          </a:ln>
        </p:spPr>
        <p:txBody>
          <a:bodyPr anchorCtr="0" anchor="ctr" bIns="36325" lIns="72675" spcFirstLastPara="1" rIns="72675" wrap="square" tIns="3632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25" name="Shape 125"/>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2.xml"/><Relationship Id="rId10" Type="http://schemas.openxmlformats.org/officeDocument/2006/relationships/slideLayout" Target="../slideLayouts/slideLayout21.xml"/><Relationship Id="rId13" Type="http://schemas.openxmlformats.org/officeDocument/2006/relationships/theme" Target="../theme/theme3.xml"/><Relationship Id="rId12" Type="http://schemas.openxmlformats.org/officeDocument/2006/relationships/slideLayout" Target="../slideLayouts/slideLayout23.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65760" y="215559"/>
            <a:ext cx="6583800" cy="897000"/>
          </a:xfrm>
          <a:prstGeom prst="rect">
            <a:avLst/>
          </a:prstGeom>
          <a:noFill/>
          <a:ln>
            <a:noFill/>
          </a:ln>
        </p:spPr>
        <p:txBody>
          <a:bodyPr anchorCtr="0" anchor="ctr" bIns="36325" lIns="72675" spcFirstLastPara="1" rIns="72675" wrap="square" tIns="36325">
            <a:normAutofit/>
          </a:bodyPr>
          <a:lstStyle>
            <a:lvl1pPr lvl="0" marR="0" algn="ctr">
              <a:spcBef>
                <a:spcPts val="0"/>
              </a:spcBef>
              <a:spcAft>
                <a:spcPts val="0"/>
              </a:spcAft>
              <a:buClr>
                <a:schemeClr val="dk1"/>
              </a:buClr>
              <a:buSzPts val="3500"/>
              <a:buFont typeface="Calibri"/>
              <a:buNone/>
              <a:defRPr b="0" i="0" sz="3500" u="none" cap="none" strike="noStrike">
                <a:solidFill>
                  <a:schemeClr val="dk1"/>
                </a:solidFill>
                <a:latin typeface="Calibri"/>
                <a:ea typeface="Calibri"/>
                <a:cs typeface="Calibri"/>
                <a:sym typeface="Calibri"/>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52" name="Google Shape;52;p13"/>
          <p:cNvSpPr txBox="1"/>
          <p:nvPr>
            <p:ph idx="1" type="body"/>
          </p:nvPr>
        </p:nvSpPr>
        <p:spPr>
          <a:xfrm>
            <a:off x="365760" y="1255971"/>
            <a:ext cx="6583800" cy="3552600"/>
          </a:xfrm>
          <a:prstGeom prst="rect">
            <a:avLst/>
          </a:prstGeom>
          <a:noFill/>
          <a:ln>
            <a:noFill/>
          </a:ln>
        </p:spPr>
        <p:txBody>
          <a:bodyPr anchorCtr="0" anchor="t" bIns="36325" lIns="72675" spcFirstLastPara="1" rIns="72675" wrap="square" tIns="36325">
            <a:normAutofit/>
          </a:bodyPr>
          <a:lstStyle>
            <a:lvl1pPr indent="-387350" lvl="0" marL="457200" marR="0" algn="l">
              <a:spcBef>
                <a:spcPts val="500"/>
              </a:spcBef>
              <a:spcAft>
                <a:spcPts val="0"/>
              </a:spcAft>
              <a:buClr>
                <a:schemeClr val="dk1"/>
              </a:buClr>
              <a:buSzPts val="2500"/>
              <a:buFont typeface="Arial"/>
              <a:buChar char="•"/>
              <a:defRPr b="0" i="0" sz="2500" u="none" cap="none" strike="noStrike">
                <a:solidFill>
                  <a:schemeClr val="dk1"/>
                </a:solidFill>
                <a:latin typeface="Calibri"/>
                <a:ea typeface="Calibri"/>
                <a:cs typeface="Calibri"/>
                <a:sym typeface="Calibri"/>
              </a:defRPr>
            </a:lvl1pPr>
            <a:lvl2pPr indent="-368300" lvl="1" marL="914400" marR="0" algn="l">
              <a:spcBef>
                <a:spcPts val="400"/>
              </a:spcBef>
              <a:spcAft>
                <a:spcPts val="0"/>
              </a:spcAft>
              <a:buClr>
                <a:schemeClr val="dk1"/>
              </a:buClr>
              <a:buSzPts val="2200"/>
              <a:buFont typeface="Arial"/>
              <a:buChar char="–"/>
              <a:defRPr b="0" i="0" sz="2200" u="none" cap="none" strike="noStrike">
                <a:solidFill>
                  <a:schemeClr val="dk1"/>
                </a:solidFill>
                <a:latin typeface="Calibri"/>
                <a:ea typeface="Calibri"/>
                <a:cs typeface="Calibri"/>
                <a:sym typeface="Calibri"/>
              </a:defRPr>
            </a:lvl2pPr>
            <a:lvl3pPr indent="-349250" lvl="2" marL="1371600" marR="0" algn="l">
              <a:spcBef>
                <a:spcPts val="400"/>
              </a:spcBef>
              <a:spcAft>
                <a:spcPts val="0"/>
              </a:spcAft>
              <a:buClr>
                <a:schemeClr val="dk1"/>
              </a:buClr>
              <a:buSzPts val="1900"/>
              <a:buFont typeface="Arial"/>
              <a:buChar char="•"/>
              <a:defRPr b="0" i="0" sz="1900" u="none" cap="none" strike="noStrike">
                <a:solidFill>
                  <a:schemeClr val="dk1"/>
                </a:solidFill>
                <a:latin typeface="Calibri"/>
                <a:ea typeface="Calibri"/>
                <a:cs typeface="Calibri"/>
                <a:sym typeface="Calibri"/>
              </a:defRPr>
            </a:lvl3pPr>
            <a:lvl4pPr indent="-330200" lvl="3" marL="1828800" marR="0" algn="l">
              <a:spcBef>
                <a:spcPts val="30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4pPr>
            <a:lvl5pPr indent="-330200" lvl="4" marL="2286000" marR="0" algn="l">
              <a:spcBef>
                <a:spcPts val="30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5pPr>
            <a:lvl6pPr indent="-330200" lvl="5" marL="2743200" marR="0" algn="l">
              <a:spcBef>
                <a:spcPts val="30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6pPr>
            <a:lvl7pPr indent="-330200" lvl="6" marL="3200400" marR="0" algn="l">
              <a:spcBef>
                <a:spcPts val="30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7pPr>
            <a:lvl8pPr indent="-330200" lvl="7" marL="3657600" marR="0" algn="l">
              <a:spcBef>
                <a:spcPts val="30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8pPr>
            <a:lvl9pPr indent="-330200" lvl="8" marL="4114800" marR="0" algn="l">
              <a:spcBef>
                <a:spcPts val="30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9pPr>
          </a:lstStyle>
          <a:p/>
        </p:txBody>
      </p:sp>
      <p:sp>
        <p:nvSpPr>
          <p:cNvPr id="53" name="Google Shape;53;p13"/>
          <p:cNvSpPr txBox="1"/>
          <p:nvPr>
            <p:ph idx="10" type="dt"/>
          </p:nvPr>
        </p:nvSpPr>
        <p:spPr>
          <a:xfrm>
            <a:off x="365760" y="4988996"/>
            <a:ext cx="1707000" cy="286500"/>
          </a:xfrm>
          <a:prstGeom prst="rect">
            <a:avLst/>
          </a:prstGeom>
          <a:noFill/>
          <a:ln>
            <a:noFill/>
          </a:ln>
        </p:spPr>
        <p:txBody>
          <a:bodyPr anchorCtr="0" anchor="ctr" bIns="36325" lIns="72675" spcFirstLastPara="1" rIns="72675" wrap="square" tIns="36325">
            <a:noAutofit/>
          </a:bodyPr>
          <a:lstStyle>
            <a:lvl1pPr lvl="0" marR="0" algn="l">
              <a:spcBef>
                <a:spcPts val="0"/>
              </a:spcBef>
              <a:spcAft>
                <a:spcPts val="0"/>
              </a:spcAft>
              <a:buSzPts val="1100"/>
              <a:buNone/>
              <a:defRPr b="0" i="0" sz="1000" u="none" cap="none" strike="noStrike">
                <a:solidFill>
                  <a:srgbClr val="888888"/>
                </a:solidFill>
                <a:latin typeface="Calibri"/>
                <a:ea typeface="Calibri"/>
                <a:cs typeface="Calibri"/>
                <a:sym typeface="Calibri"/>
              </a:defRPr>
            </a:lvl1pPr>
            <a:lvl2pPr lvl="1"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2pPr>
            <a:lvl3pPr lvl="2"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3pPr>
            <a:lvl4pPr lvl="3"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4pPr>
            <a:lvl5pPr lvl="4"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5pPr>
            <a:lvl6pPr lvl="5"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6pPr>
            <a:lvl7pPr lvl="6"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7pPr>
            <a:lvl8pPr lvl="7"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8pPr>
            <a:lvl9pPr lvl="8"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9pPr>
          </a:lstStyle>
          <a:p/>
        </p:txBody>
      </p:sp>
      <p:sp>
        <p:nvSpPr>
          <p:cNvPr id="54" name="Google Shape;54;p13"/>
          <p:cNvSpPr txBox="1"/>
          <p:nvPr>
            <p:ph idx="11" type="ftr"/>
          </p:nvPr>
        </p:nvSpPr>
        <p:spPr>
          <a:xfrm>
            <a:off x="2499360" y="4988996"/>
            <a:ext cx="2316600" cy="286500"/>
          </a:xfrm>
          <a:prstGeom prst="rect">
            <a:avLst/>
          </a:prstGeom>
          <a:noFill/>
          <a:ln>
            <a:noFill/>
          </a:ln>
        </p:spPr>
        <p:txBody>
          <a:bodyPr anchorCtr="0" anchor="ctr" bIns="36325" lIns="72675" spcFirstLastPara="1" rIns="72675" wrap="square" tIns="36325">
            <a:noAutofit/>
          </a:bodyPr>
          <a:lstStyle>
            <a:lvl1pPr lvl="0" marR="0" algn="ctr">
              <a:spcBef>
                <a:spcPts val="0"/>
              </a:spcBef>
              <a:spcAft>
                <a:spcPts val="0"/>
              </a:spcAft>
              <a:buSzPts val="1100"/>
              <a:buNone/>
              <a:defRPr b="0" i="0" sz="1000" u="none" cap="none" strike="noStrike">
                <a:solidFill>
                  <a:srgbClr val="888888"/>
                </a:solidFill>
                <a:latin typeface="Calibri"/>
                <a:ea typeface="Calibri"/>
                <a:cs typeface="Calibri"/>
                <a:sym typeface="Calibri"/>
              </a:defRPr>
            </a:lvl1pPr>
            <a:lvl2pPr lvl="1"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2pPr>
            <a:lvl3pPr lvl="2"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3pPr>
            <a:lvl4pPr lvl="3"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4pPr>
            <a:lvl5pPr lvl="4"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5pPr>
            <a:lvl6pPr lvl="5"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6pPr>
            <a:lvl7pPr lvl="6"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7pPr>
            <a:lvl8pPr lvl="7"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8pPr>
            <a:lvl9pPr lvl="8"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9pPr>
          </a:lstStyle>
          <a:p/>
        </p:txBody>
      </p:sp>
      <p:sp>
        <p:nvSpPr>
          <p:cNvPr id="55" name="Google Shape;55;p13"/>
          <p:cNvSpPr txBox="1"/>
          <p:nvPr>
            <p:ph idx="12" type="sldNum"/>
          </p:nvPr>
        </p:nvSpPr>
        <p:spPr>
          <a:xfrm>
            <a:off x="5242560" y="4988996"/>
            <a:ext cx="1707000" cy="286500"/>
          </a:xfrm>
          <a:prstGeom prst="rect">
            <a:avLst/>
          </a:prstGeom>
          <a:noFill/>
          <a:ln>
            <a:noFill/>
          </a:ln>
        </p:spPr>
        <p:txBody>
          <a:bodyPr anchorCtr="0" anchor="ctr" bIns="36325" lIns="72675" spcFirstLastPara="1" rIns="72675" wrap="square" tIns="36325">
            <a:noAutofit/>
          </a:bodyPr>
          <a:lstStyle>
            <a:lvl1pPr indent="0" lvl="0" marL="0" marR="0" algn="r">
              <a:spcBef>
                <a:spcPts val="0"/>
              </a:spcBef>
              <a:buNone/>
              <a:defRPr b="0" i="0" sz="1000" u="none" cap="none" strike="noStrike">
                <a:solidFill>
                  <a:srgbClr val="888888"/>
                </a:solidFill>
                <a:latin typeface="Calibri"/>
                <a:ea typeface="Calibri"/>
                <a:cs typeface="Calibri"/>
                <a:sym typeface="Calibri"/>
              </a:defRPr>
            </a:lvl1pPr>
            <a:lvl2pPr indent="0" lvl="1" marL="0" marR="0" algn="r">
              <a:spcBef>
                <a:spcPts val="0"/>
              </a:spcBef>
              <a:buNone/>
              <a:defRPr b="0" i="0" sz="1000" u="none" cap="none" strike="noStrike">
                <a:solidFill>
                  <a:srgbClr val="888888"/>
                </a:solidFill>
                <a:latin typeface="Calibri"/>
                <a:ea typeface="Calibri"/>
                <a:cs typeface="Calibri"/>
                <a:sym typeface="Calibri"/>
              </a:defRPr>
            </a:lvl2pPr>
            <a:lvl3pPr indent="0" lvl="2" marL="0" marR="0" algn="r">
              <a:spcBef>
                <a:spcPts val="0"/>
              </a:spcBef>
              <a:buNone/>
              <a:defRPr b="0" i="0" sz="1000" u="none" cap="none" strike="noStrike">
                <a:solidFill>
                  <a:srgbClr val="888888"/>
                </a:solidFill>
                <a:latin typeface="Calibri"/>
                <a:ea typeface="Calibri"/>
                <a:cs typeface="Calibri"/>
                <a:sym typeface="Calibri"/>
              </a:defRPr>
            </a:lvl3pPr>
            <a:lvl4pPr indent="0" lvl="3" marL="0" marR="0" algn="r">
              <a:spcBef>
                <a:spcPts val="0"/>
              </a:spcBef>
              <a:buNone/>
              <a:defRPr b="0" i="0" sz="1000" u="none" cap="none" strike="noStrike">
                <a:solidFill>
                  <a:srgbClr val="888888"/>
                </a:solidFill>
                <a:latin typeface="Calibri"/>
                <a:ea typeface="Calibri"/>
                <a:cs typeface="Calibri"/>
                <a:sym typeface="Calibri"/>
              </a:defRPr>
            </a:lvl4pPr>
            <a:lvl5pPr indent="0" lvl="4" marL="0" marR="0" algn="r">
              <a:spcBef>
                <a:spcPts val="0"/>
              </a:spcBef>
              <a:buNone/>
              <a:defRPr b="0" i="0" sz="1000" u="none" cap="none" strike="noStrike">
                <a:solidFill>
                  <a:srgbClr val="888888"/>
                </a:solidFill>
                <a:latin typeface="Calibri"/>
                <a:ea typeface="Calibri"/>
                <a:cs typeface="Calibri"/>
                <a:sym typeface="Calibri"/>
              </a:defRPr>
            </a:lvl5pPr>
            <a:lvl6pPr indent="0" lvl="5" marL="0" marR="0" algn="r">
              <a:spcBef>
                <a:spcPts val="0"/>
              </a:spcBef>
              <a:buNone/>
              <a:defRPr b="0" i="0" sz="1000" u="none" cap="none" strike="noStrike">
                <a:solidFill>
                  <a:srgbClr val="888888"/>
                </a:solidFill>
                <a:latin typeface="Calibri"/>
                <a:ea typeface="Calibri"/>
                <a:cs typeface="Calibri"/>
                <a:sym typeface="Calibri"/>
              </a:defRPr>
            </a:lvl6pPr>
            <a:lvl7pPr indent="0" lvl="6" marL="0" marR="0" algn="r">
              <a:spcBef>
                <a:spcPts val="0"/>
              </a:spcBef>
              <a:buNone/>
              <a:defRPr b="0" i="0" sz="1000" u="none" cap="none" strike="noStrike">
                <a:solidFill>
                  <a:srgbClr val="888888"/>
                </a:solidFill>
                <a:latin typeface="Calibri"/>
                <a:ea typeface="Calibri"/>
                <a:cs typeface="Calibri"/>
                <a:sym typeface="Calibri"/>
              </a:defRPr>
            </a:lvl7pPr>
            <a:lvl8pPr indent="0" lvl="7" marL="0" marR="0" algn="r">
              <a:spcBef>
                <a:spcPts val="0"/>
              </a:spcBef>
              <a:buNone/>
              <a:defRPr b="0" i="0" sz="1000" u="none" cap="none" strike="noStrike">
                <a:solidFill>
                  <a:srgbClr val="888888"/>
                </a:solidFill>
                <a:latin typeface="Calibri"/>
                <a:ea typeface="Calibri"/>
                <a:cs typeface="Calibri"/>
                <a:sym typeface="Calibri"/>
              </a:defRPr>
            </a:lvl8pPr>
            <a:lvl9pPr indent="0" lvl="8" marL="0" marR="0" algn="r">
              <a:spcBef>
                <a:spcPts val="0"/>
              </a:spcBef>
              <a:buNone/>
              <a:defRPr b="0" i="0" sz="10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xml"/><Relationship Id="rId3" Type="http://schemas.openxmlformats.org/officeDocument/2006/relationships/image" Target="../media/image11.png"/><Relationship Id="rId4" Type="http://schemas.openxmlformats.org/officeDocument/2006/relationships/image" Target="../media/image1.jpg"/><Relationship Id="rId5" Type="http://schemas.openxmlformats.org/officeDocument/2006/relationships/hyperlink" Target="https://drive.google.com/file/d/1ED3VKmqC2zwhusGIKjzZjz6SuIYfVdBh/view?usp=sharing"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3.xml"/><Relationship Id="rId3" Type="http://schemas.openxmlformats.org/officeDocument/2006/relationships/hyperlink" Target="https://www.grandviewresearch.com/industry-analysis/enterprise-search-market" TargetMode="External"/><Relationship Id="rId4" Type="http://schemas.openxmlformats.org/officeDocument/2006/relationships/hyperlink" Target="https://www.mckinsey.com/capabilities/tech-and-ai/our-insights/superagency-in-the-workplace-empowering-people-to-unlock-ais-full-potential-at-work"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1" Type="http://schemas.openxmlformats.org/officeDocument/2006/relationships/image" Target="../media/image6.png"/><Relationship Id="rId10" Type="http://schemas.openxmlformats.org/officeDocument/2006/relationships/image" Target="../media/image2.png"/><Relationship Id="rId12" Type="http://schemas.openxmlformats.org/officeDocument/2006/relationships/image" Target="../media/image12.jpg"/><Relationship Id="rId1" Type="http://schemas.openxmlformats.org/officeDocument/2006/relationships/slideLayout" Target="../slideLayouts/slideLayout23.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4.png"/><Relationship Id="rId9" Type="http://schemas.openxmlformats.org/officeDocument/2006/relationships/image" Target="../media/image5.png"/><Relationship Id="rId5" Type="http://schemas.openxmlformats.org/officeDocument/2006/relationships/image" Target="../media/image7.png"/><Relationship Id="rId6" Type="http://schemas.openxmlformats.org/officeDocument/2006/relationships/image" Target="../media/image9.png"/><Relationship Id="rId7" Type="http://schemas.openxmlformats.org/officeDocument/2006/relationships/image" Target="../media/image10.png"/><Relationship Id="rId8"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0.xml"/><Relationship Id="rId3" Type="http://schemas.openxmlformats.org/officeDocument/2006/relationships/image" Target="../media/image1.jpg"/><Relationship Id="rId4" Type="http://schemas.openxmlformats.org/officeDocument/2006/relationships/hyperlink" Target="https://drive.google.com/file/d/1ED3VKmqC2zwhusGIKjzZjz6SuIYfVdBh/view?usp=sharing"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581212"/>
        </a:solidFill>
      </p:bgPr>
    </p:bg>
    <p:spTree>
      <p:nvGrpSpPr>
        <p:cNvPr id="130" name="Shape 130"/>
        <p:cNvGrpSpPr/>
        <p:nvPr/>
      </p:nvGrpSpPr>
      <p:grpSpPr>
        <a:xfrm>
          <a:off x="0" y="0"/>
          <a:ext cx="0" cy="0"/>
          <a:chOff x="0" y="0"/>
          <a:chExt cx="0" cy="0"/>
        </a:xfrm>
      </p:grpSpPr>
      <p:sp>
        <p:nvSpPr>
          <p:cNvPr id="131" name="Google Shape;131;p26"/>
          <p:cNvSpPr/>
          <p:nvPr/>
        </p:nvSpPr>
        <p:spPr>
          <a:xfrm>
            <a:off x="5760720" y="0"/>
            <a:ext cx="3383400" cy="5143500"/>
          </a:xfrm>
          <a:prstGeom prst="rect">
            <a:avLst/>
          </a:prstGeom>
          <a:solidFill>
            <a:schemeClr val="lt1"/>
          </a:solidFill>
          <a:ln>
            <a:noFill/>
          </a:ln>
        </p:spPr>
        <p:txBody>
          <a:bodyPr anchorCtr="0" anchor="t" bIns="45700" lIns="91450" spcFirstLastPara="1" rIns="91450"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2" name="Google Shape;132;p26"/>
          <p:cNvSpPr/>
          <p:nvPr/>
        </p:nvSpPr>
        <p:spPr>
          <a:xfrm>
            <a:off x="324200" y="156375"/>
            <a:ext cx="5120700" cy="42519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FFFFF"/>
              </a:buClr>
              <a:buSzPts val="3400"/>
              <a:buFont typeface="Calibri"/>
              <a:buNone/>
            </a:pPr>
            <a:r>
              <a:rPr b="1" i="0" lang="en" sz="3000" u="sng" cap="none" strike="noStrike">
                <a:solidFill>
                  <a:srgbClr val="FFFFFF"/>
                </a:solidFill>
                <a:latin typeface="Calibri"/>
                <a:ea typeface="Calibri"/>
                <a:cs typeface="Calibri"/>
                <a:sym typeface="Calibri"/>
              </a:rPr>
              <a:t>Team Name</a:t>
            </a:r>
            <a:r>
              <a:rPr b="1" i="0" lang="en" sz="3000" u="none" cap="none" strike="noStrike">
                <a:solidFill>
                  <a:srgbClr val="FFFFFF"/>
                </a:solidFill>
                <a:latin typeface="Calibri"/>
                <a:ea typeface="Calibri"/>
                <a:cs typeface="Calibri"/>
                <a:sym typeface="Calibri"/>
              </a:rPr>
              <a:t>:</a:t>
            </a:r>
            <a:r>
              <a:rPr b="1" lang="en" sz="3000">
                <a:solidFill>
                  <a:srgbClr val="FFFFFF"/>
                </a:solidFill>
                <a:latin typeface="Calibri"/>
                <a:ea typeface="Calibri"/>
                <a:cs typeface="Calibri"/>
                <a:sym typeface="Calibri"/>
              </a:rPr>
              <a:t> DevAgentix</a:t>
            </a:r>
            <a:endParaRPr b="1" sz="3000">
              <a:solidFill>
                <a:srgbClr val="FFFFFF"/>
              </a:solidFill>
              <a:latin typeface="Calibri"/>
              <a:ea typeface="Calibri"/>
              <a:cs typeface="Calibri"/>
              <a:sym typeface="Calibri"/>
            </a:endParaRPr>
          </a:p>
          <a:p>
            <a:pPr indent="0" lvl="0" marL="0" marR="0" rtl="0" algn="l">
              <a:lnSpc>
                <a:spcPct val="130000"/>
              </a:lnSpc>
              <a:spcBef>
                <a:spcPts val="0"/>
              </a:spcBef>
              <a:spcAft>
                <a:spcPts val="0"/>
              </a:spcAft>
              <a:buClr>
                <a:srgbClr val="FFFFFF"/>
              </a:buClr>
              <a:buSzPts val="3400"/>
              <a:buFont typeface="Calibri"/>
              <a:buNone/>
            </a:pPr>
            <a:r>
              <a:t/>
            </a:r>
            <a:endParaRPr b="1" sz="800">
              <a:solidFill>
                <a:srgbClr val="FFFFFF"/>
              </a:solidFill>
              <a:latin typeface="Calibri"/>
              <a:ea typeface="Calibri"/>
              <a:cs typeface="Calibri"/>
              <a:sym typeface="Calibri"/>
            </a:endParaRPr>
          </a:p>
          <a:p>
            <a:pPr indent="0" lvl="0" marL="0" marR="0" rtl="0" algn="l">
              <a:lnSpc>
                <a:spcPct val="130000"/>
              </a:lnSpc>
              <a:spcBef>
                <a:spcPts val="0"/>
              </a:spcBef>
              <a:spcAft>
                <a:spcPts val="0"/>
              </a:spcAft>
              <a:buClr>
                <a:srgbClr val="FFFFFF"/>
              </a:buClr>
              <a:buSzPts val="3400"/>
              <a:buFont typeface="Calibri"/>
              <a:buNone/>
            </a:pPr>
            <a:r>
              <a:rPr b="1" i="0" lang="en" sz="2400" u="sng" cap="none" strike="noStrike">
                <a:solidFill>
                  <a:srgbClr val="FFFFFF"/>
                </a:solidFill>
                <a:latin typeface="Calibri"/>
                <a:ea typeface="Calibri"/>
                <a:cs typeface="Calibri"/>
                <a:sym typeface="Calibri"/>
              </a:rPr>
              <a:t>Use Case Name</a:t>
            </a:r>
            <a:r>
              <a:rPr b="1" lang="en" sz="2400">
                <a:solidFill>
                  <a:srgbClr val="FFFFFF"/>
                </a:solidFill>
                <a:latin typeface="Calibri"/>
                <a:ea typeface="Calibri"/>
                <a:cs typeface="Calibri"/>
                <a:sym typeface="Calibri"/>
              </a:rPr>
              <a:t>: Enterprise Knowledge Assistant (RAG + Agentic Workflow)</a:t>
            </a:r>
            <a:endParaRPr b="1" sz="2400">
              <a:solidFill>
                <a:srgbClr val="FFFFFF"/>
              </a:solidFill>
              <a:latin typeface="Calibri"/>
              <a:ea typeface="Calibri"/>
              <a:cs typeface="Calibri"/>
              <a:sym typeface="Calibri"/>
            </a:endParaRPr>
          </a:p>
          <a:p>
            <a:pPr indent="0" lvl="0" marL="0" marR="0" rtl="0" algn="l">
              <a:lnSpc>
                <a:spcPct val="130000"/>
              </a:lnSpc>
              <a:spcBef>
                <a:spcPts val="0"/>
              </a:spcBef>
              <a:spcAft>
                <a:spcPts val="0"/>
              </a:spcAft>
              <a:buClr>
                <a:srgbClr val="FFFFFF"/>
              </a:buClr>
              <a:buSzPts val="3400"/>
              <a:buFont typeface="Calibri"/>
              <a:buNone/>
            </a:pPr>
            <a:r>
              <a:t/>
            </a:r>
            <a:endParaRPr b="1" sz="800">
              <a:solidFill>
                <a:srgbClr val="FFFFFF"/>
              </a:solidFill>
              <a:latin typeface="Calibri"/>
              <a:ea typeface="Calibri"/>
              <a:cs typeface="Calibri"/>
              <a:sym typeface="Calibri"/>
            </a:endParaRPr>
          </a:p>
          <a:p>
            <a:pPr indent="0" lvl="0" marL="0" rtl="0" algn="l">
              <a:lnSpc>
                <a:spcPct val="130000"/>
              </a:lnSpc>
              <a:spcBef>
                <a:spcPts val="0"/>
              </a:spcBef>
              <a:spcAft>
                <a:spcPts val="0"/>
              </a:spcAft>
              <a:buClr>
                <a:schemeClr val="dk1"/>
              </a:buClr>
              <a:buFont typeface="Arial"/>
              <a:buNone/>
            </a:pPr>
            <a:r>
              <a:rPr b="1" lang="en" sz="2000" u="sng">
                <a:solidFill>
                  <a:srgbClr val="FFFFFF"/>
                </a:solidFill>
                <a:latin typeface="Calibri"/>
                <a:ea typeface="Calibri"/>
                <a:cs typeface="Calibri"/>
                <a:sym typeface="Calibri"/>
              </a:rPr>
              <a:t>Team Members</a:t>
            </a:r>
            <a:r>
              <a:rPr b="1" lang="en" sz="2000">
                <a:solidFill>
                  <a:srgbClr val="FFFFFF"/>
                </a:solidFill>
                <a:latin typeface="Calibri"/>
                <a:ea typeface="Calibri"/>
                <a:cs typeface="Calibri"/>
                <a:sym typeface="Calibri"/>
              </a:rPr>
              <a:t>:</a:t>
            </a:r>
            <a:endParaRPr b="1" sz="2000">
              <a:solidFill>
                <a:srgbClr val="FFFFFF"/>
              </a:solidFill>
              <a:latin typeface="Calibri"/>
              <a:ea typeface="Calibri"/>
              <a:cs typeface="Calibri"/>
              <a:sym typeface="Calibri"/>
            </a:endParaRPr>
          </a:p>
          <a:p>
            <a:pPr indent="0" lvl="0" marL="0" marR="0" rtl="0" algn="l">
              <a:lnSpc>
                <a:spcPct val="130000"/>
              </a:lnSpc>
              <a:spcBef>
                <a:spcPts val="0"/>
              </a:spcBef>
              <a:spcAft>
                <a:spcPts val="0"/>
              </a:spcAft>
              <a:buClr>
                <a:srgbClr val="FFFFFF"/>
              </a:buClr>
              <a:buSzPts val="3400"/>
              <a:buFont typeface="Calibri"/>
              <a:buNone/>
            </a:pPr>
            <a:r>
              <a:rPr b="1" lang="en" sz="1600">
                <a:solidFill>
                  <a:srgbClr val="FFFFFF"/>
                </a:solidFill>
                <a:latin typeface="Calibri"/>
                <a:ea typeface="Calibri"/>
                <a:cs typeface="Calibri"/>
                <a:sym typeface="Calibri"/>
              </a:rPr>
              <a:t>Ashish Nathavani (ashish@devangles.com)</a:t>
            </a:r>
            <a:endParaRPr b="1" sz="1600">
              <a:solidFill>
                <a:srgbClr val="FFFFFF"/>
              </a:solidFill>
              <a:latin typeface="Calibri"/>
              <a:ea typeface="Calibri"/>
              <a:cs typeface="Calibri"/>
              <a:sym typeface="Calibri"/>
            </a:endParaRPr>
          </a:p>
          <a:p>
            <a:pPr indent="0" lvl="0" marL="0" marR="0" rtl="0" algn="l">
              <a:lnSpc>
                <a:spcPct val="130000"/>
              </a:lnSpc>
              <a:spcBef>
                <a:spcPts val="0"/>
              </a:spcBef>
              <a:spcAft>
                <a:spcPts val="0"/>
              </a:spcAft>
              <a:buClr>
                <a:srgbClr val="FFFFFF"/>
              </a:buClr>
              <a:buSzPts val="3400"/>
              <a:buFont typeface="Calibri"/>
              <a:buNone/>
            </a:pPr>
            <a:r>
              <a:rPr b="1" lang="en" sz="1600">
                <a:solidFill>
                  <a:srgbClr val="FFFFFF"/>
                </a:solidFill>
                <a:latin typeface="Calibri"/>
                <a:ea typeface="Calibri"/>
                <a:cs typeface="Calibri"/>
                <a:sym typeface="Calibri"/>
              </a:rPr>
              <a:t>Vikram Sanghvi (vikram@devangles.com)</a:t>
            </a:r>
            <a:r>
              <a:rPr b="1" i="0" lang="en" sz="1600" u="none" cap="none" strike="noStrike">
                <a:solidFill>
                  <a:srgbClr val="FFFFFF"/>
                </a:solidFill>
                <a:latin typeface="Calibri"/>
                <a:ea typeface="Calibri"/>
                <a:cs typeface="Calibri"/>
                <a:sym typeface="Calibri"/>
              </a:rPr>
              <a:t> </a:t>
            </a:r>
            <a:endParaRPr b="1" i="0" sz="1600" u="none" cap="none" strike="noStrike">
              <a:solidFill>
                <a:srgbClr val="FFFFFF"/>
              </a:solidFill>
              <a:latin typeface="Calibri"/>
              <a:ea typeface="Calibri"/>
              <a:cs typeface="Calibri"/>
              <a:sym typeface="Calibri"/>
            </a:endParaRPr>
          </a:p>
          <a:p>
            <a:pPr indent="0" lvl="0" marL="0" marR="0" rtl="0" algn="l">
              <a:lnSpc>
                <a:spcPct val="130000"/>
              </a:lnSpc>
              <a:spcBef>
                <a:spcPts val="0"/>
              </a:spcBef>
              <a:spcAft>
                <a:spcPts val="0"/>
              </a:spcAft>
              <a:buClr>
                <a:schemeClr val="lt1"/>
              </a:buClr>
              <a:buSzPts val="3400"/>
              <a:buFont typeface="Calibri"/>
              <a:buNone/>
            </a:pPr>
            <a:r>
              <a:rPr b="1" lang="en" sz="1600">
                <a:solidFill>
                  <a:schemeClr val="lt1"/>
                </a:solidFill>
                <a:latin typeface="Calibri"/>
                <a:ea typeface="Calibri"/>
                <a:cs typeface="Calibri"/>
                <a:sym typeface="Calibri"/>
              </a:rPr>
              <a:t>Aditya Bhatt (aditya.bhatt@devangles.com)</a:t>
            </a:r>
            <a:endParaRPr b="1" sz="1600">
              <a:solidFill>
                <a:schemeClr val="lt1"/>
              </a:solidFill>
              <a:latin typeface="Calibri"/>
              <a:ea typeface="Calibri"/>
              <a:cs typeface="Calibri"/>
              <a:sym typeface="Calibri"/>
            </a:endParaRPr>
          </a:p>
          <a:p>
            <a:pPr indent="0" lvl="0" marL="0" marR="0" rtl="0" algn="l">
              <a:lnSpc>
                <a:spcPct val="130000"/>
              </a:lnSpc>
              <a:spcBef>
                <a:spcPts val="0"/>
              </a:spcBef>
              <a:spcAft>
                <a:spcPts val="0"/>
              </a:spcAft>
              <a:buClr>
                <a:schemeClr val="lt1"/>
              </a:buClr>
              <a:buSzPts val="3400"/>
              <a:buFont typeface="Calibri"/>
              <a:buNone/>
            </a:pPr>
            <a:r>
              <a:rPr b="1" lang="en" sz="1600">
                <a:solidFill>
                  <a:schemeClr val="lt1"/>
                </a:solidFill>
                <a:latin typeface="Calibri"/>
                <a:ea typeface="Calibri"/>
                <a:cs typeface="Calibri"/>
                <a:sym typeface="Calibri"/>
              </a:rPr>
              <a:t>Digvijay Jakhaniya (digvijay.jakhaniya@devangles.com)</a:t>
            </a:r>
            <a:endParaRPr b="1" sz="1600">
              <a:solidFill>
                <a:schemeClr val="lt1"/>
              </a:solidFill>
              <a:latin typeface="Calibri"/>
              <a:ea typeface="Calibri"/>
              <a:cs typeface="Calibri"/>
              <a:sym typeface="Calibri"/>
            </a:endParaRPr>
          </a:p>
          <a:p>
            <a:pPr indent="0" lvl="0" marL="0" marR="0" rtl="0" algn="l">
              <a:lnSpc>
                <a:spcPct val="130000"/>
              </a:lnSpc>
              <a:spcBef>
                <a:spcPts val="0"/>
              </a:spcBef>
              <a:spcAft>
                <a:spcPts val="0"/>
              </a:spcAft>
              <a:buClr>
                <a:schemeClr val="lt1"/>
              </a:buClr>
              <a:buSzPts val="3400"/>
              <a:buFont typeface="Calibri"/>
              <a:buNone/>
            </a:pPr>
            <a:r>
              <a:rPr b="1" lang="en" sz="1600">
                <a:solidFill>
                  <a:schemeClr val="lt1"/>
                </a:solidFill>
                <a:latin typeface="Calibri"/>
                <a:ea typeface="Calibri"/>
                <a:cs typeface="Calibri"/>
                <a:sym typeface="Calibri"/>
              </a:rPr>
              <a:t>Sakshi Dhondkar (sakshi@devangles.com)</a:t>
            </a:r>
            <a:endParaRPr b="1" sz="1600">
              <a:solidFill>
                <a:schemeClr val="lt1"/>
              </a:solidFill>
              <a:latin typeface="Calibri"/>
              <a:ea typeface="Calibri"/>
              <a:cs typeface="Calibri"/>
              <a:sym typeface="Calibri"/>
            </a:endParaRPr>
          </a:p>
          <a:p>
            <a:pPr indent="0" lvl="0" marL="0" marR="0" rtl="0" algn="l">
              <a:lnSpc>
                <a:spcPct val="130000"/>
              </a:lnSpc>
              <a:spcBef>
                <a:spcPts val="0"/>
              </a:spcBef>
              <a:spcAft>
                <a:spcPts val="0"/>
              </a:spcAft>
              <a:buClr>
                <a:schemeClr val="lt1"/>
              </a:buClr>
              <a:buSzPts val="3400"/>
              <a:buFont typeface="Calibri"/>
              <a:buNone/>
            </a:pPr>
            <a:r>
              <a:rPr b="1" lang="en" sz="1600">
                <a:solidFill>
                  <a:schemeClr val="lt1"/>
                </a:solidFill>
                <a:latin typeface="Calibri"/>
                <a:ea typeface="Calibri"/>
                <a:cs typeface="Calibri"/>
                <a:sym typeface="Calibri"/>
              </a:rPr>
              <a:t>Krishna Gokani (krishna@devangles.com)</a:t>
            </a:r>
            <a:endParaRPr b="1" sz="1600">
              <a:solidFill>
                <a:schemeClr val="lt1"/>
              </a:solidFill>
              <a:latin typeface="Calibri"/>
              <a:ea typeface="Calibri"/>
              <a:cs typeface="Calibri"/>
              <a:sym typeface="Calibri"/>
            </a:endParaRPr>
          </a:p>
          <a:p>
            <a:pPr indent="0" lvl="0" marL="0" marR="0" rtl="0" algn="l">
              <a:lnSpc>
                <a:spcPct val="130000"/>
              </a:lnSpc>
              <a:spcBef>
                <a:spcPts val="0"/>
              </a:spcBef>
              <a:spcAft>
                <a:spcPts val="0"/>
              </a:spcAft>
              <a:buClr>
                <a:schemeClr val="lt1"/>
              </a:buClr>
              <a:buSzPts val="3400"/>
              <a:buFont typeface="Calibri"/>
              <a:buNone/>
            </a:pPr>
            <a:r>
              <a:t/>
            </a:r>
            <a:endParaRPr b="1" sz="600">
              <a:solidFill>
                <a:schemeClr val="lt1"/>
              </a:solidFill>
              <a:latin typeface="Calibri"/>
              <a:ea typeface="Calibri"/>
              <a:cs typeface="Calibri"/>
              <a:sym typeface="Calibri"/>
            </a:endParaRPr>
          </a:p>
          <a:p>
            <a:pPr indent="0" lvl="0" marL="0" marR="0" rtl="0" algn="r">
              <a:lnSpc>
                <a:spcPct val="130000"/>
              </a:lnSpc>
              <a:spcBef>
                <a:spcPts val="0"/>
              </a:spcBef>
              <a:spcAft>
                <a:spcPts val="0"/>
              </a:spcAft>
              <a:buClr>
                <a:schemeClr val="lt1"/>
              </a:buClr>
              <a:buSzPts val="3400"/>
              <a:buFont typeface="Calibri"/>
              <a:buNone/>
            </a:pPr>
            <a:r>
              <a:t/>
            </a:r>
            <a:endParaRPr b="1" sz="2000">
              <a:solidFill>
                <a:schemeClr val="lt1"/>
              </a:solidFill>
              <a:latin typeface="Calibri"/>
              <a:ea typeface="Calibri"/>
              <a:cs typeface="Calibri"/>
              <a:sym typeface="Calibri"/>
            </a:endParaRPr>
          </a:p>
        </p:txBody>
      </p:sp>
      <p:sp>
        <p:nvSpPr>
          <p:cNvPr id="133" name="Google Shape;133;p26"/>
          <p:cNvSpPr/>
          <p:nvPr/>
        </p:nvSpPr>
        <p:spPr>
          <a:xfrm>
            <a:off x="6035040" y="2114550"/>
            <a:ext cx="27432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581212"/>
              </a:buClr>
              <a:buSzPts val="4000"/>
              <a:buFont typeface="Arial Rounded"/>
              <a:buNone/>
            </a:pPr>
            <a:r>
              <a:t/>
            </a:r>
            <a:endParaRPr b="0" i="0" sz="4000" u="none" cap="none" strike="noStrike">
              <a:solidFill>
                <a:schemeClr val="dk1"/>
              </a:solidFill>
              <a:latin typeface="Calibri"/>
              <a:ea typeface="Calibri"/>
              <a:cs typeface="Calibri"/>
              <a:sym typeface="Calibri"/>
            </a:endParaRPr>
          </a:p>
        </p:txBody>
      </p:sp>
      <p:pic>
        <p:nvPicPr>
          <p:cNvPr id="134" name="Google Shape;134;p26" title="nasscom (1).png"/>
          <p:cNvPicPr preferRelativeResize="0"/>
          <p:nvPr/>
        </p:nvPicPr>
        <p:blipFill rotWithShape="1">
          <a:blip r:embed="rId3">
            <a:alphaModFix/>
          </a:blip>
          <a:srcRect b="0" l="0" r="0" t="0"/>
          <a:stretch/>
        </p:blipFill>
        <p:spPr>
          <a:xfrm>
            <a:off x="6237025" y="2204798"/>
            <a:ext cx="2785080" cy="583119"/>
          </a:xfrm>
          <a:prstGeom prst="rect">
            <a:avLst/>
          </a:prstGeom>
          <a:noFill/>
          <a:ln>
            <a:noFill/>
          </a:ln>
        </p:spPr>
      </p:pic>
      <p:pic>
        <p:nvPicPr>
          <p:cNvPr id="135" name="Google Shape;135;p26"/>
          <p:cNvPicPr preferRelativeResize="0"/>
          <p:nvPr/>
        </p:nvPicPr>
        <p:blipFill>
          <a:blip r:embed="rId4">
            <a:alphaModFix/>
          </a:blip>
          <a:stretch>
            <a:fillRect/>
          </a:stretch>
        </p:blipFill>
        <p:spPr>
          <a:xfrm>
            <a:off x="2201450" y="4560052"/>
            <a:ext cx="3243452" cy="372075"/>
          </a:xfrm>
          <a:prstGeom prst="rect">
            <a:avLst/>
          </a:prstGeom>
          <a:solidFill>
            <a:schemeClr val="lt1"/>
          </a:solidFill>
          <a:ln>
            <a:noFill/>
          </a:ln>
        </p:spPr>
      </p:pic>
      <p:sp>
        <p:nvSpPr>
          <p:cNvPr descr="https://drive.google.com/file/d/1ED3VKmqC2zwhusGIKjzZjz6SuIYfVdBh/view?usp=sharing" id="136" name="Google Shape;136;p26" title="Video Link: https://drive.google.com/file/d/1ED3VKmqC2zwhusGIKjzZjz6SuIYfVdBh/view?usp=sharing">
            <a:hlinkClick r:id="rId5"/>
          </p:cNvPr>
          <p:cNvSpPr/>
          <p:nvPr/>
        </p:nvSpPr>
        <p:spPr>
          <a:xfrm>
            <a:off x="5830625" y="4079641"/>
            <a:ext cx="3243600" cy="852600"/>
          </a:xfrm>
          <a:prstGeom prst="roundRect">
            <a:avLst>
              <a:gd fmla="val 16667" name="adj"/>
            </a:avLst>
          </a:prstGeom>
          <a:solidFill>
            <a:srgbClr val="58121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b="1" lang="en" sz="2100">
                <a:solidFill>
                  <a:schemeClr val="lt1"/>
                </a:solidFill>
                <a:latin typeface="Calibri"/>
                <a:ea typeface="Calibri"/>
                <a:cs typeface="Calibri"/>
                <a:sym typeface="Calibri"/>
              </a:rPr>
              <a:t>CLICK HERE TO </a:t>
            </a:r>
            <a:r>
              <a:rPr b="1" lang="en" sz="2100">
                <a:solidFill>
                  <a:schemeClr val="lt1"/>
                </a:solidFill>
                <a:latin typeface="Calibri"/>
                <a:ea typeface="Calibri"/>
                <a:cs typeface="Calibri"/>
                <a:sym typeface="Calibri"/>
              </a:rPr>
              <a:t>WATCH OUR PITCH VIDEO</a:t>
            </a:r>
            <a:endParaRPr b="1" sz="2100">
              <a:solidFill>
                <a:schemeClr val="lt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1" name="Shape 141"/>
        <p:cNvGrpSpPr/>
        <p:nvPr/>
      </p:nvGrpSpPr>
      <p:grpSpPr>
        <a:xfrm>
          <a:off x="0" y="0"/>
          <a:ext cx="0" cy="0"/>
          <a:chOff x="0" y="0"/>
          <a:chExt cx="0" cy="0"/>
        </a:xfrm>
      </p:grpSpPr>
      <p:sp>
        <p:nvSpPr>
          <p:cNvPr id="142" name="Google Shape;142;p27"/>
          <p:cNvSpPr/>
          <p:nvPr/>
        </p:nvSpPr>
        <p:spPr>
          <a:xfrm>
            <a:off x="0" y="0"/>
            <a:ext cx="9144000" cy="749700"/>
          </a:xfrm>
          <a:prstGeom prst="rect">
            <a:avLst/>
          </a:prstGeom>
          <a:solidFill>
            <a:srgbClr val="58121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t/>
            </a:r>
            <a:endParaRPr b="1" sz="1600">
              <a:solidFill>
                <a:srgbClr val="FFFFFF"/>
              </a:solidFill>
              <a:latin typeface="Calibri"/>
              <a:ea typeface="Calibri"/>
              <a:cs typeface="Calibri"/>
              <a:sym typeface="Calibri"/>
            </a:endParaRPr>
          </a:p>
        </p:txBody>
      </p:sp>
      <p:sp>
        <p:nvSpPr>
          <p:cNvPr id="143" name="Google Shape;143;p27"/>
          <p:cNvSpPr txBox="1"/>
          <p:nvPr/>
        </p:nvSpPr>
        <p:spPr>
          <a:xfrm>
            <a:off x="163900" y="205500"/>
            <a:ext cx="87750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lang="en" sz="2000">
                <a:solidFill>
                  <a:srgbClr val="FFFFFF"/>
                </a:solidFill>
                <a:latin typeface="Calibri"/>
                <a:ea typeface="Calibri"/>
                <a:cs typeface="Calibri"/>
                <a:sym typeface="Calibri"/>
              </a:rPr>
              <a:t>Problem Understanding &amp; Objectives</a:t>
            </a:r>
            <a:endParaRPr b="1" sz="2000">
              <a:solidFill>
                <a:srgbClr val="FFFFFF"/>
              </a:solidFill>
              <a:latin typeface="Calibri"/>
              <a:ea typeface="Calibri"/>
              <a:cs typeface="Calibri"/>
              <a:sym typeface="Calibri"/>
            </a:endParaRPr>
          </a:p>
        </p:txBody>
      </p:sp>
      <p:sp>
        <p:nvSpPr>
          <p:cNvPr id="144" name="Google Shape;144;p27"/>
          <p:cNvSpPr txBox="1"/>
          <p:nvPr/>
        </p:nvSpPr>
        <p:spPr>
          <a:xfrm>
            <a:off x="163900" y="850200"/>
            <a:ext cx="8775000" cy="4143600"/>
          </a:xfrm>
          <a:prstGeom prst="rect">
            <a:avLst/>
          </a:prstGeom>
          <a:noFill/>
          <a:ln>
            <a:noFill/>
          </a:ln>
        </p:spPr>
        <p:txBody>
          <a:bodyPr anchorCtr="0" anchor="t" bIns="91425" lIns="91425" spcFirstLastPara="1" rIns="91425" wrap="square" tIns="91425">
            <a:spAutoFit/>
          </a:bodyPr>
          <a:lstStyle/>
          <a:p>
            <a:pPr indent="0" lvl="0" marL="0" rtl="0" algn="just">
              <a:lnSpc>
                <a:spcPct val="130000"/>
              </a:lnSpc>
              <a:spcBef>
                <a:spcPts val="0"/>
              </a:spcBef>
              <a:spcAft>
                <a:spcPts val="0"/>
              </a:spcAft>
              <a:buNone/>
            </a:pPr>
            <a:r>
              <a:rPr b="1" lang="en" sz="1800">
                <a:solidFill>
                  <a:srgbClr val="1B1B27"/>
                </a:solidFill>
                <a:latin typeface="Calibri"/>
                <a:ea typeface="Calibri"/>
                <a:cs typeface="Calibri"/>
                <a:sym typeface="Calibri"/>
              </a:rPr>
              <a:t>Problem</a:t>
            </a:r>
            <a:r>
              <a:rPr b="1" lang="en" sz="1800">
                <a:solidFill>
                  <a:schemeClr val="dk1"/>
                </a:solidFill>
                <a:latin typeface="Calibri"/>
                <a:ea typeface="Calibri"/>
                <a:cs typeface="Calibri"/>
                <a:sym typeface="Calibri"/>
              </a:rPr>
              <a:t> </a:t>
            </a:r>
            <a:r>
              <a:rPr b="1" lang="en" sz="1800">
                <a:solidFill>
                  <a:srgbClr val="1B1B27"/>
                </a:solidFill>
                <a:latin typeface="Calibri"/>
                <a:ea typeface="Calibri"/>
                <a:cs typeface="Calibri"/>
                <a:sym typeface="Calibri"/>
              </a:rPr>
              <a:t>Statement</a:t>
            </a:r>
            <a:r>
              <a:rPr b="1" lang="en">
                <a:solidFill>
                  <a:srgbClr val="1B1B27"/>
                </a:solidFill>
                <a:latin typeface="Calibri"/>
                <a:ea typeface="Calibri"/>
                <a:cs typeface="Calibri"/>
                <a:sym typeface="Calibri"/>
              </a:rPr>
              <a:t> -</a:t>
            </a:r>
            <a:r>
              <a:rPr lang="en">
                <a:solidFill>
                  <a:srgbClr val="404155"/>
                </a:solidFill>
                <a:latin typeface="Calibri"/>
                <a:ea typeface="Calibri"/>
                <a:cs typeface="Calibri"/>
                <a:sym typeface="Calibri"/>
              </a:rPr>
              <a:t> Large IT enterprises suffer from critical knowledge fragmentation across scattered PDFs, wiki pages, and historical support tickets. This creates "tribal knowledge" silos that result in redundant ticket creation, extended resolution times, and inefficient onboarding of new engineers.</a:t>
            </a:r>
            <a:endParaRPr>
              <a:solidFill>
                <a:srgbClr val="404155"/>
              </a:solidFill>
              <a:latin typeface="Calibri"/>
              <a:ea typeface="Calibri"/>
              <a:cs typeface="Calibri"/>
              <a:sym typeface="Calibri"/>
            </a:endParaRPr>
          </a:p>
          <a:p>
            <a:pPr indent="0" lvl="0" marL="0" rtl="0" algn="just">
              <a:lnSpc>
                <a:spcPct val="130000"/>
              </a:lnSpc>
              <a:spcBef>
                <a:spcPts val="0"/>
              </a:spcBef>
              <a:spcAft>
                <a:spcPts val="0"/>
              </a:spcAft>
              <a:buNone/>
            </a:pPr>
            <a:r>
              <a:t/>
            </a:r>
            <a:endParaRPr b="1">
              <a:solidFill>
                <a:srgbClr val="1B1B27"/>
              </a:solidFill>
              <a:latin typeface="Calibri"/>
              <a:ea typeface="Calibri"/>
              <a:cs typeface="Calibri"/>
              <a:sym typeface="Calibri"/>
            </a:endParaRPr>
          </a:p>
          <a:p>
            <a:pPr indent="0" lvl="0" marL="0" rtl="0" algn="just">
              <a:lnSpc>
                <a:spcPct val="130000"/>
              </a:lnSpc>
              <a:spcBef>
                <a:spcPts val="0"/>
              </a:spcBef>
              <a:spcAft>
                <a:spcPts val="0"/>
              </a:spcAft>
              <a:buNone/>
            </a:pPr>
            <a:r>
              <a:rPr b="1" lang="en" sz="1800">
                <a:solidFill>
                  <a:srgbClr val="1B1B27"/>
                </a:solidFill>
                <a:latin typeface="Calibri"/>
                <a:ea typeface="Calibri"/>
                <a:cs typeface="Calibri"/>
                <a:sym typeface="Calibri"/>
              </a:rPr>
              <a:t>Core Objectives</a:t>
            </a:r>
            <a:r>
              <a:rPr b="1" lang="en">
                <a:solidFill>
                  <a:srgbClr val="1B1B27"/>
                </a:solidFill>
                <a:latin typeface="Calibri"/>
                <a:ea typeface="Calibri"/>
                <a:cs typeface="Calibri"/>
                <a:sym typeface="Calibri"/>
              </a:rPr>
              <a:t> -</a:t>
            </a:r>
            <a:r>
              <a:rPr lang="en">
                <a:solidFill>
                  <a:srgbClr val="404155"/>
                </a:solidFill>
                <a:latin typeface="Calibri"/>
                <a:ea typeface="Calibri"/>
                <a:cs typeface="Calibri"/>
                <a:sym typeface="Calibri"/>
              </a:rPr>
              <a:t> </a:t>
            </a:r>
            <a:r>
              <a:rPr lang="en">
                <a:solidFill>
                  <a:srgbClr val="404155"/>
                </a:solidFill>
                <a:latin typeface="Calibri"/>
                <a:ea typeface="Calibri"/>
                <a:cs typeface="Calibri"/>
                <a:sym typeface="Calibri"/>
              </a:rPr>
              <a:t>Build a reasoning-capable 'Expert-in-the-pocket' that retrieves and validates internal data with 100% source-citation, ensuring DPDP/GDPR compliance via automated PII redaction before data reaches the LLM.</a:t>
            </a:r>
            <a:endParaRPr>
              <a:solidFill>
                <a:srgbClr val="404155"/>
              </a:solidFill>
              <a:latin typeface="Calibri"/>
              <a:ea typeface="Calibri"/>
              <a:cs typeface="Calibri"/>
              <a:sym typeface="Calibri"/>
            </a:endParaRPr>
          </a:p>
          <a:p>
            <a:pPr indent="0" lvl="0" marL="0" rtl="0" algn="just">
              <a:lnSpc>
                <a:spcPct val="130000"/>
              </a:lnSpc>
              <a:spcBef>
                <a:spcPts val="0"/>
              </a:spcBef>
              <a:spcAft>
                <a:spcPts val="0"/>
              </a:spcAft>
              <a:buNone/>
            </a:pPr>
            <a:r>
              <a:t/>
            </a:r>
            <a:endParaRPr>
              <a:solidFill>
                <a:srgbClr val="404155"/>
              </a:solidFill>
              <a:latin typeface="Calibri"/>
              <a:ea typeface="Calibri"/>
              <a:cs typeface="Calibri"/>
              <a:sym typeface="Calibri"/>
            </a:endParaRPr>
          </a:p>
          <a:p>
            <a:pPr indent="0" lvl="0" marL="0" rtl="0" algn="just">
              <a:lnSpc>
                <a:spcPct val="130000"/>
              </a:lnSpc>
              <a:spcBef>
                <a:spcPts val="0"/>
              </a:spcBef>
              <a:spcAft>
                <a:spcPts val="0"/>
              </a:spcAft>
              <a:buNone/>
            </a:pPr>
            <a:r>
              <a:rPr b="1" lang="en" sz="1800">
                <a:solidFill>
                  <a:srgbClr val="1B1B27"/>
                </a:solidFill>
                <a:latin typeface="Calibri"/>
                <a:ea typeface="Calibri"/>
                <a:cs typeface="Calibri"/>
                <a:sym typeface="Calibri"/>
              </a:rPr>
              <a:t>Key Stakeholders</a:t>
            </a:r>
            <a:r>
              <a:rPr b="1" lang="en">
                <a:solidFill>
                  <a:srgbClr val="1B1B27"/>
                </a:solidFill>
                <a:latin typeface="Calibri"/>
                <a:ea typeface="Calibri"/>
                <a:cs typeface="Calibri"/>
                <a:sym typeface="Calibri"/>
              </a:rPr>
              <a:t> - </a:t>
            </a:r>
            <a:r>
              <a:rPr lang="en">
                <a:solidFill>
                  <a:srgbClr val="404155"/>
                </a:solidFill>
                <a:latin typeface="Calibri"/>
                <a:ea typeface="Calibri"/>
                <a:cs typeface="Calibri"/>
                <a:sym typeface="Calibri"/>
              </a:rPr>
              <a:t>IT Support Engineers, New Hires, HR &amp; Operations Teams, Enterprise Leadership</a:t>
            </a:r>
            <a:endParaRPr>
              <a:solidFill>
                <a:srgbClr val="1B1B27"/>
              </a:solidFill>
              <a:latin typeface="Calibri"/>
              <a:ea typeface="Calibri"/>
              <a:cs typeface="Calibri"/>
              <a:sym typeface="Calibri"/>
            </a:endParaRPr>
          </a:p>
          <a:p>
            <a:pPr indent="0" lvl="0" marL="0" rtl="0" algn="just">
              <a:lnSpc>
                <a:spcPct val="130000"/>
              </a:lnSpc>
              <a:spcBef>
                <a:spcPts val="0"/>
              </a:spcBef>
              <a:spcAft>
                <a:spcPts val="0"/>
              </a:spcAft>
              <a:buNone/>
            </a:pPr>
            <a:r>
              <a:t/>
            </a:r>
            <a:endParaRPr b="1">
              <a:solidFill>
                <a:srgbClr val="1B1B27"/>
              </a:solidFill>
              <a:latin typeface="Calibri"/>
              <a:ea typeface="Calibri"/>
              <a:cs typeface="Calibri"/>
              <a:sym typeface="Calibri"/>
            </a:endParaRPr>
          </a:p>
          <a:p>
            <a:pPr indent="0" lvl="0" marL="0" rtl="0" algn="just">
              <a:lnSpc>
                <a:spcPct val="130000"/>
              </a:lnSpc>
              <a:spcBef>
                <a:spcPts val="0"/>
              </a:spcBef>
              <a:spcAft>
                <a:spcPts val="0"/>
              </a:spcAft>
              <a:buClr>
                <a:schemeClr val="dk1"/>
              </a:buClr>
              <a:buSzPts val="1100"/>
              <a:buFont typeface="Arial"/>
              <a:buNone/>
            </a:pPr>
            <a:r>
              <a:rPr b="1" lang="en" sz="1800">
                <a:solidFill>
                  <a:srgbClr val="1B1B27"/>
                </a:solidFill>
                <a:latin typeface="Calibri"/>
                <a:ea typeface="Calibri"/>
                <a:cs typeface="Calibri"/>
                <a:sym typeface="Calibri"/>
              </a:rPr>
              <a:t>Solution Need</a:t>
            </a:r>
            <a:r>
              <a:rPr b="1" lang="en">
                <a:solidFill>
                  <a:srgbClr val="1B1B27"/>
                </a:solidFill>
                <a:latin typeface="Calibri"/>
                <a:ea typeface="Calibri"/>
                <a:cs typeface="Calibri"/>
                <a:sym typeface="Calibri"/>
              </a:rPr>
              <a:t> - </a:t>
            </a:r>
            <a:r>
              <a:rPr lang="en">
                <a:solidFill>
                  <a:srgbClr val="404155"/>
                </a:solidFill>
                <a:latin typeface="Calibri"/>
                <a:ea typeface="Calibri"/>
                <a:cs typeface="Calibri"/>
                <a:sym typeface="Calibri"/>
              </a:rPr>
              <a:t>RAG has shifted from experimental to production-critical to ensure real-time accuracy and compliance.</a:t>
            </a:r>
            <a:endParaRPr b="1">
              <a:solidFill>
                <a:srgbClr val="1B1B27"/>
              </a:solidFill>
              <a:latin typeface="Calibri"/>
              <a:ea typeface="Calibri"/>
              <a:cs typeface="Calibri"/>
              <a:sym typeface="Calibri"/>
            </a:endParaRPr>
          </a:p>
          <a:p>
            <a:pPr indent="0" lvl="0" marL="0" rtl="0" algn="just">
              <a:lnSpc>
                <a:spcPct val="130000"/>
              </a:lnSpc>
              <a:spcBef>
                <a:spcPts val="0"/>
              </a:spcBef>
              <a:spcAft>
                <a:spcPts val="0"/>
              </a:spcAft>
              <a:buNone/>
            </a:pPr>
            <a:r>
              <a:t/>
            </a:r>
            <a:endParaRPr b="1">
              <a:solidFill>
                <a:srgbClr val="1B1B27"/>
              </a:solidFill>
              <a:latin typeface="Calibri"/>
              <a:ea typeface="Calibri"/>
              <a:cs typeface="Calibri"/>
              <a:sym typeface="Calibri"/>
            </a:endParaRPr>
          </a:p>
          <a:p>
            <a:pPr indent="0" lvl="0" marL="0" rtl="0" algn="just">
              <a:lnSpc>
                <a:spcPct val="130000"/>
              </a:lnSpc>
              <a:spcBef>
                <a:spcPts val="0"/>
              </a:spcBef>
              <a:spcAft>
                <a:spcPts val="0"/>
              </a:spcAft>
              <a:buNone/>
            </a:pPr>
            <a:r>
              <a:rPr b="1" lang="en" sz="1800">
                <a:solidFill>
                  <a:srgbClr val="1B1B27"/>
                </a:solidFill>
                <a:latin typeface="Calibri"/>
                <a:ea typeface="Calibri"/>
                <a:cs typeface="Calibri"/>
                <a:sym typeface="Calibri"/>
              </a:rPr>
              <a:t>Social Impact</a:t>
            </a:r>
            <a:r>
              <a:rPr b="1" lang="en">
                <a:solidFill>
                  <a:srgbClr val="1B1B27"/>
                </a:solidFill>
                <a:latin typeface="Calibri"/>
                <a:ea typeface="Calibri"/>
                <a:cs typeface="Calibri"/>
                <a:sym typeface="Calibri"/>
              </a:rPr>
              <a:t> - </a:t>
            </a:r>
            <a:r>
              <a:rPr lang="en">
                <a:solidFill>
                  <a:srgbClr val="404155"/>
                </a:solidFill>
                <a:latin typeface="Calibri"/>
                <a:ea typeface="Calibri"/>
                <a:cs typeface="Calibri"/>
                <a:sym typeface="Calibri"/>
              </a:rPr>
              <a:t>Promotes adoption of AI tools aligned with global privacy laws like India's DPDP Act and GDPR. </a:t>
            </a:r>
            <a:endParaRPr>
              <a:solidFill>
                <a:srgbClr val="404155"/>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9" name="Shape 149"/>
        <p:cNvGrpSpPr/>
        <p:nvPr/>
      </p:nvGrpSpPr>
      <p:grpSpPr>
        <a:xfrm>
          <a:off x="0" y="0"/>
          <a:ext cx="0" cy="0"/>
          <a:chOff x="0" y="0"/>
          <a:chExt cx="0" cy="0"/>
        </a:xfrm>
      </p:grpSpPr>
      <p:sp>
        <p:nvSpPr>
          <p:cNvPr id="150" name="Google Shape;150;p28"/>
          <p:cNvSpPr/>
          <p:nvPr/>
        </p:nvSpPr>
        <p:spPr>
          <a:xfrm>
            <a:off x="0" y="0"/>
            <a:ext cx="9144000" cy="749700"/>
          </a:xfrm>
          <a:prstGeom prst="rect">
            <a:avLst/>
          </a:prstGeom>
          <a:solidFill>
            <a:srgbClr val="58121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t/>
            </a:r>
            <a:endParaRPr b="1" sz="1600">
              <a:solidFill>
                <a:srgbClr val="FFFFFF"/>
              </a:solidFill>
              <a:latin typeface="Calibri"/>
              <a:ea typeface="Calibri"/>
              <a:cs typeface="Calibri"/>
              <a:sym typeface="Calibri"/>
            </a:endParaRPr>
          </a:p>
        </p:txBody>
      </p:sp>
      <p:sp>
        <p:nvSpPr>
          <p:cNvPr id="151" name="Google Shape;151;p28"/>
          <p:cNvSpPr txBox="1"/>
          <p:nvPr/>
        </p:nvSpPr>
        <p:spPr>
          <a:xfrm>
            <a:off x="163900" y="205500"/>
            <a:ext cx="8775000" cy="400200"/>
          </a:xfrm>
          <a:prstGeom prst="rect">
            <a:avLst/>
          </a:prstGeom>
          <a:noFill/>
          <a:ln>
            <a:noFill/>
          </a:ln>
        </p:spPr>
        <p:txBody>
          <a:bodyPr anchorCtr="0" anchor="t" bIns="45700" lIns="91425" spcFirstLastPara="1" rIns="91425" wrap="square" tIns="45700">
            <a:spAutoFit/>
          </a:bodyPr>
          <a:lstStyle/>
          <a:p>
            <a:pPr indent="0" lvl="0" marL="0" rtl="0" algn="l">
              <a:lnSpc>
                <a:spcPct val="140023"/>
              </a:lnSpc>
              <a:spcBef>
                <a:spcPts val="0"/>
              </a:spcBef>
              <a:spcAft>
                <a:spcPts val="0"/>
              </a:spcAft>
              <a:buClr>
                <a:schemeClr val="dk1"/>
              </a:buClr>
              <a:buFont typeface="Arial"/>
              <a:buNone/>
            </a:pPr>
            <a:r>
              <a:rPr b="1" lang="en" sz="2000">
                <a:solidFill>
                  <a:schemeClr val="lt1"/>
                </a:solidFill>
                <a:latin typeface="Calibri"/>
                <a:ea typeface="Calibri"/>
                <a:cs typeface="Calibri"/>
                <a:sym typeface="Calibri"/>
              </a:rPr>
              <a:t>Market Size &amp; Business Impact</a:t>
            </a:r>
            <a:endParaRPr b="1" sz="2000">
              <a:solidFill>
                <a:srgbClr val="FFFFFF"/>
              </a:solidFill>
              <a:latin typeface="Calibri"/>
              <a:ea typeface="Calibri"/>
              <a:cs typeface="Calibri"/>
              <a:sym typeface="Calibri"/>
            </a:endParaRPr>
          </a:p>
        </p:txBody>
      </p:sp>
      <p:sp>
        <p:nvSpPr>
          <p:cNvPr id="152" name="Google Shape;152;p28"/>
          <p:cNvSpPr txBox="1"/>
          <p:nvPr/>
        </p:nvSpPr>
        <p:spPr>
          <a:xfrm>
            <a:off x="163900" y="850200"/>
            <a:ext cx="8775000" cy="4091400"/>
          </a:xfrm>
          <a:prstGeom prst="rect">
            <a:avLst/>
          </a:prstGeom>
          <a:noFill/>
          <a:ln>
            <a:noFill/>
          </a:ln>
        </p:spPr>
        <p:txBody>
          <a:bodyPr anchorCtr="0" anchor="t" bIns="91425" lIns="91425" spcFirstLastPara="1" rIns="91425" wrap="square" tIns="91425">
            <a:spAutoFit/>
          </a:bodyPr>
          <a:lstStyle/>
          <a:p>
            <a:pPr indent="0" lvl="0" marL="0" rtl="0" algn="just">
              <a:lnSpc>
                <a:spcPct val="130000"/>
              </a:lnSpc>
              <a:spcBef>
                <a:spcPts val="0"/>
              </a:spcBef>
              <a:spcAft>
                <a:spcPts val="0"/>
              </a:spcAft>
              <a:buNone/>
            </a:pPr>
            <a:r>
              <a:rPr b="1" lang="en" sz="1800">
                <a:solidFill>
                  <a:srgbClr val="1B1B27"/>
                </a:solidFill>
                <a:latin typeface="Calibri"/>
                <a:ea typeface="Calibri"/>
                <a:cs typeface="Calibri"/>
                <a:sym typeface="Calibri"/>
              </a:rPr>
              <a:t>Market</a:t>
            </a:r>
            <a:r>
              <a:rPr b="1" lang="en" sz="1800">
                <a:solidFill>
                  <a:schemeClr val="dk1"/>
                </a:solidFill>
                <a:latin typeface="Calibri"/>
                <a:ea typeface="Calibri"/>
                <a:cs typeface="Calibri"/>
                <a:sym typeface="Calibri"/>
              </a:rPr>
              <a:t> </a:t>
            </a:r>
            <a:r>
              <a:rPr b="1" lang="en" sz="1800">
                <a:solidFill>
                  <a:srgbClr val="1B1B27"/>
                </a:solidFill>
                <a:latin typeface="Calibri"/>
                <a:ea typeface="Calibri"/>
                <a:cs typeface="Calibri"/>
                <a:sym typeface="Calibri"/>
              </a:rPr>
              <a:t>Opportunity</a:t>
            </a:r>
            <a:r>
              <a:rPr b="1" lang="en" sz="1800">
                <a:solidFill>
                  <a:schemeClr val="dk1"/>
                </a:solidFill>
                <a:latin typeface="Calibri"/>
                <a:ea typeface="Calibri"/>
                <a:cs typeface="Calibri"/>
                <a:sym typeface="Calibri"/>
              </a:rPr>
              <a:t> </a:t>
            </a:r>
            <a:r>
              <a:rPr b="1" lang="en" sz="1800">
                <a:solidFill>
                  <a:srgbClr val="1B1B27"/>
                </a:solidFill>
                <a:latin typeface="Calibri"/>
                <a:ea typeface="Calibri"/>
                <a:cs typeface="Calibri"/>
                <a:sym typeface="Calibri"/>
              </a:rPr>
              <a:t>&amp;</a:t>
            </a:r>
            <a:r>
              <a:rPr b="1" lang="en" sz="1800">
                <a:solidFill>
                  <a:schemeClr val="dk1"/>
                </a:solidFill>
                <a:latin typeface="Calibri"/>
                <a:ea typeface="Calibri"/>
                <a:cs typeface="Calibri"/>
                <a:sym typeface="Calibri"/>
              </a:rPr>
              <a:t> </a:t>
            </a:r>
            <a:r>
              <a:rPr b="1" lang="en" sz="1800">
                <a:solidFill>
                  <a:srgbClr val="1B1B27"/>
                </a:solidFill>
                <a:latin typeface="Calibri"/>
                <a:ea typeface="Calibri"/>
                <a:cs typeface="Calibri"/>
                <a:sym typeface="Calibri"/>
              </a:rPr>
              <a:t>Statistics</a:t>
            </a:r>
            <a:endParaRPr b="1" sz="1800">
              <a:solidFill>
                <a:srgbClr val="1B1B27"/>
              </a:solidFill>
              <a:latin typeface="Calibri"/>
              <a:ea typeface="Calibri"/>
              <a:cs typeface="Calibri"/>
              <a:sym typeface="Calibri"/>
            </a:endParaRPr>
          </a:p>
          <a:p>
            <a:pPr indent="-317500" lvl="0" marL="457200" rtl="0" algn="just">
              <a:lnSpc>
                <a:spcPct val="130000"/>
              </a:lnSpc>
              <a:spcBef>
                <a:spcPts val="0"/>
              </a:spcBef>
              <a:spcAft>
                <a:spcPts val="0"/>
              </a:spcAft>
              <a:buClr>
                <a:srgbClr val="404155"/>
              </a:buClr>
              <a:buSzPts val="1400"/>
              <a:buFont typeface="Calibri"/>
              <a:buChar char="●"/>
            </a:pPr>
            <a:r>
              <a:rPr b="1" lang="en">
                <a:solidFill>
                  <a:srgbClr val="404155"/>
                </a:solidFill>
                <a:latin typeface="Calibri"/>
                <a:ea typeface="Calibri"/>
                <a:cs typeface="Calibri"/>
                <a:sym typeface="Calibri"/>
              </a:rPr>
              <a:t>Enterprise Search Market</a:t>
            </a:r>
            <a:r>
              <a:rPr lang="en">
                <a:solidFill>
                  <a:srgbClr val="404155"/>
                </a:solidFill>
                <a:latin typeface="Calibri"/>
                <a:ea typeface="Calibri"/>
                <a:cs typeface="Calibri"/>
                <a:sym typeface="Calibri"/>
              </a:rPr>
              <a:t>: Projected to grow from $4.9B (2023) to $8.85B (2030).</a:t>
            </a:r>
            <a:endParaRPr>
              <a:solidFill>
                <a:srgbClr val="404155"/>
              </a:solidFill>
              <a:latin typeface="Calibri"/>
              <a:ea typeface="Calibri"/>
              <a:cs typeface="Calibri"/>
              <a:sym typeface="Calibri"/>
            </a:endParaRPr>
          </a:p>
          <a:p>
            <a:pPr indent="-317500" lvl="0" marL="457200" rtl="0" algn="just">
              <a:lnSpc>
                <a:spcPct val="130000"/>
              </a:lnSpc>
              <a:spcBef>
                <a:spcPts val="0"/>
              </a:spcBef>
              <a:spcAft>
                <a:spcPts val="0"/>
              </a:spcAft>
              <a:buClr>
                <a:srgbClr val="404155"/>
              </a:buClr>
              <a:buSzPts val="1400"/>
              <a:buFont typeface="Calibri"/>
              <a:buChar char="●"/>
            </a:pPr>
            <a:r>
              <a:rPr b="1" lang="en">
                <a:solidFill>
                  <a:srgbClr val="404155"/>
                </a:solidFill>
                <a:latin typeface="Calibri"/>
                <a:ea typeface="Calibri"/>
                <a:cs typeface="Calibri"/>
                <a:sym typeface="Calibri"/>
              </a:rPr>
              <a:t>Steady Growth</a:t>
            </a:r>
            <a:r>
              <a:rPr lang="en">
                <a:solidFill>
                  <a:srgbClr val="404155"/>
                </a:solidFill>
                <a:latin typeface="Calibri"/>
                <a:ea typeface="Calibri"/>
                <a:cs typeface="Calibri"/>
                <a:sym typeface="Calibri"/>
              </a:rPr>
              <a:t>: Maintaining a 8.9% CAGR through the decade.</a:t>
            </a:r>
            <a:endParaRPr>
              <a:solidFill>
                <a:srgbClr val="404155"/>
              </a:solidFill>
              <a:latin typeface="Calibri"/>
              <a:ea typeface="Calibri"/>
              <a:cs typeface="Calibri"/>
              <a:sym typeface="Calibri"/>
            </a:endParaRPr>
          </a:p>
          <a:p>
            <a:pPr indent="-317500" lvl="0" marL="457200" rtl="0" algn="just">
              <a:lnSpc>
                <a:spcPct val="130000"/>
              </a:lnSpc>
              <a:spcBef>
                <a:spcPts val="0"/>
              </a:spcBef>
              <a:spcAft>
                <a:spcPts val="0"/>
              </a:spcAft>
              <a:buClr>
                <a:srgbClr val="404155"/>
              </a:buClr>
              <a:buSzPts val="1400"/>
              <a:buFont typeface="Calibri"/>
              <a:buChar char="●"/>
            </a:pPr>
            <a:r>
              <a:rPr b="1" lang="en">
                <a:solidFill>
                  <a:srgbClr val="404155"/>
                </a:solidFill>
                <a:latin typeface="Calibri"/>
                <a:ea typeface="Calibri"/>
                <a:cs typeface="Calibri"/>
                <a:sym typeface="Calibri"/>
              </a:rPr>
              <a:t>Accelerated KM Growth</a:t>
            </a:r>
            <a:r>
              <a:rPr lang="en">
                <a:solidFill>
                  <a:srgbClr val="404155"/>
                </a:solidFill>
                <a:latin typeface="Calibri"/>
                <a:ea typeface="Calibri"/>
                <a:cs typeface="Calibri"/>
                <a:sym typeface="Calibri"/>
              </a:rPr>
              <a:t>: Knowledge Management Software is outperforming at a ~13.6% CAGR.</a:t>
            </a:r>
            <a:endParaRPr>
              <a:solidFill>
                <a:srgbClr val="404155"/>
              </a:solidFill>
              <a:latin typeface="Calibri"/>
              <a:ea typeface="Calibri"/>
              <a:cs typeface="Calibri"/>
              <a:sym typeface="Calibri"/>
            </a:endParaRPr>
          </a:p>
          <a:p>
            <a:pPr indent="-317500" lvl="0" marL="457200" rtl="0" algn="just">
              <a:lnSpc>
                <a:spcPct val="130000"/>
              </a:lnSpc>
              <a:spcBef>
                <a:spcPts val="0"/>
              </a:spcBef>
              <a:spcAft>
                <a:spcPts val="0"/>
              </a:spcAft>
              <a:buClr>
                <a:srgbClr val="404155"/>
              </a:buClr>
              <a:buSzPts val="1400"/>
              <a:buFont typeface="Calibri"/>
              <a:buChar char="●"/>
            </a:pPr>
            <a:r>
              <a:rPr b="1" lang="en">
                <a:solidFill>
                  <a:srgbClr val="404155"/>
                </a:solidFill>
                <a:latin typeface="Calibri"/>
                <a:ea typeface="Calibri"/>
                <a:cs typeface="Calibri"/>
                <a:sym typeface="Calibri"/>
              </a:rPr>
              <a:t>The AI Catalyst</a:t>
            </a:r>
            <a:r>
              <a:rPr lang="en">
                <a:solidFill>
                  <a:srgbClr val="404155"/>
                </a:solidFill>
                <a:latin typeface="Calibri"/>
                <a:ea typeface="Calibri"/>
                <a:cs typeface="Calibri"/>
                <a:sym typeface="Calibri"/>
              </a:rPr>
              <a:t>: Growth is primarily fueled by AI solutions designed to eliminate organizational knowledge silos.</a:t>
            </a:r>
            <a:endParaRPr>
              <a:solidFill>
                <a:srgbClr val="404155"/>
              </a:solidFill>
              <a:latin typeface="Calibri"/>
              <a:ea typeface="Calibri"/>
              <a:cs typeface="Calibri"/>
              <a:sym typeface="Calibri"/>
            </a:endParaRPr>
          </a:p>
          <a:p>
            <a:pPr indent="0" lvl="0" marL="0" rtl="0" algn="just">
              <a:lnSpc>
                <a:spcPct val="130000"/>
              </a:lnSpc>
              <a:spcBef>
                <a:spcPts val="0"/>
              </a:spcBef>
              <a:spcAft>
                <a:spcPts val="0"/>
              </a:spcAft>
              <a:buClr>
                <a:schemeClr val="dk1"/>
              </a:buClr>
              <a:buFont typeface="Arial"/>
              <a:buNone/>
            </a:pPr>
            <a:r>
              <a:rPr b="1" lang="en" sz="1800">
                <a:solidFill>
                  <a:srgbClr val="1B1B27"/>
                </a:solidFill>
                <a:latin typeface="Calibri"/>
                <a:ea typeface="Calibri"/>
                <a:cs typeface="Calibri"/>
                <a:sym typeface="Calibri"/>
              </a:rPr>
              <a:t>Impact Assessment</a:t>
            </a:r>
            <a:endParaRPr b="1" sz="1800">
              <a:solidFill>
                <a:schemeClr val="dk1"/>
              </a:solidFill>
              <a:latin typeface="Calibri"/>
              <a:ea typeface="Calibri"/>
              <a:cs typeface="Calibri"/>
              <a:sym typeface="Calibri"/>
            </a:endParaRPr>
          </a:p>
          <a:p>
            <a:pPr indent="-317500" lvl="0" marL="457200" marR="0" rtl="0" algn="just">
              <a:lnSpc>
                <a:spcPct val="130000"/>
              </a:lnSpc>
              <a:spcBef>
                <a:spcPts val="0"/>
              </a:spcBef>
              <a:spcAft>
                <a:spcPts val="0"/>
              </a:spcAft>
              <a:buClr>
                <a:srgbClr val="404155"/>
              </a:buClr>
              <a:buSzPts val="1400"/>
              <a:buFont typeface="Calibri"/>
              <a:buChar char="●"/>
            </a:pPr>
            <a:r>
              <a:rPr b="1" lang="en">
                <a:solidFill>
                  <a:srgbClr val="404155"/>
                </a:solidFill>
                <a:latin typeface="Calibri"/>
                <a:ea typeface="Calibri"/>
                <a:cs typeface="Calibri"/>
                <a:sym typeface="Calibri"/>
              </a:rPr>
              <a:t>Efficiency:</a:t>
            </a:r>
            <a:r>
              <a:rPr lang="en">
                <a:solidFill>
                  <a:srgbClr val="404155"/>
                </a:solidFill>
                <a:latin typeface="Calibri"/>
                <a:ea typeface="Calibri"/>
                <a:cs typeface="Calibri"/>
                <a:sym typeface="Calibri"/>
              </a:rPr>
              <a:t> 99% reduction in query latency (30 mins → &lt;10 seconds).</a:t>
            </a:r>
            <a:endParaRPr>
              <a:solidFill>
                <a:srgbClr val="404155"/>
              </a:solidFill>
              <a:latin typeface="Calibri"/>
              <a:ea typeface="Calibri"/>
              <a:cs typeface="Calibri"/>
              <a:sym typeface="Calibri"/>
            </a:endParaRPr>
          </a:p>
          <a:p>
            <a:pPr indent="-317500" lvl="0" marL="457200" marR="0" rtl="0" algn="just">
              <a:lnSpc>
                <a:spcPct val="130000"/>
              </a:lnSpc>
              <a:spcBef>
                <a:spcPts val="0"/>
              </a:spcBef>
              <a:spcAft>
                <a:spcPts val="0"/>
              </a:spcAft>
              <a:buClr>
                <a:srgbClr val="404155"/>
              </a:buClr>
              <a:buSzPts val="1400"/>
              <a:buFont typeface="Calibri"/>
              <a:buChar char="●"/>
            </a:pPr>
            <a:r>
              <a:rPr b="1" lang="en">
                <a:solidFill>
                  <a:srgbClr val="404155"/>
                </a:solidFill>
                <a:latin typeface="Calibri"/>
                <a:ea typeface="Calibri"/>
                <a:cs typeface="Calibri"/>
                <a:sym typeface="Calibri"/>
              </a:rPr>
              <a:t>Cost Saving:</a:t>
            </a:r>
            <a:r>
              <a:rPr lang="en">
                <a:solidFill>
                  <a:srgbClr val="404155"/>
                </a:solidFill>
                <a:latin typeface="Calibri"/>
                <a:ea typeface="Calibri"/>
                <a:cs typeface="Calibri"/>
                <a:sym typeface="Calibri"/>
              </a:rPr>
              <a:t> 40%+ ticket deflection through agentic self-service.</a:t>
            </a:r>
            <a:endParaRPr>
              <a:solidFill>
                <a:srgbClr val="404155"/>
              </a:solidFill>
              <a:latin typeface="Calibri"/>
              <a:ea typeface="Calibri"/>
              <a:cs typeface="Calibri"/>
              <a:sym typeface="Calibri"/>
            </a:endParaRPr>
          </a:p>
          <a:p>
            <a:pPr indent="-317500" lvl="0" marL="457200" marR="0" rtl="0" algn="just">
              <a:lnSpc>
                <a:spcPct val="130000"/>
              </a:lnSpc>
              <a:spcBef>
                <a:spcPts val="0"/>
              </a:spcBef>
              <a:spcAft>
                <a:spcPts val="0"/>
              </a:spcAft>
              <a:buClr>
                <a:srgbClr val="404155"/>
              </a:buClr>
              <a:buSzPts val="1400"/>
              <a:buFont typeface="Calibri"/>
              <a:buChar char="●"/>
            </a:pPr>
            <a:r>
              <a:rPr b="1" lang="en">
                <a:solidFill>
                  <a:srgbClr val="404155"/>
                </a:solidFill>
                <a:latin typeface="Calibri"/>
                <a:ea typeface="Calibri"/>
                <a:cs typeface="Calibri"/>
                <a:sym typeface="Calibri"/>
              </a:rPr>
              <a:t>Trust: </a:t>
            </a:r>
            <a:r>
              <a:rPr lang="en">
                <a:solidFill>
                  <a:srgbClr val="404155"/>
                </a:solidFill>
                <a:latin typeface="Calibri"/>
                <a:ea typeface="Calibri"/>
                <a:cs typeface="Calibri"/>
                <a:sym typeface="Calibri"/>
              </a:rPr>
              <a:t>100% source verification with clickable metadata citations.</a:t>
            </a:r>
            <a:endParaRPr>
              <a:solidFill>
                <a:schemeClr val="dk1"/>
              </a:solidFill>
              <a:latin typeface="Calibri"/>
              <a:ea typeface="Calibri"/>
              <a:cs typeface="Calibri"/>
              <a:sym typeface="Calibri"/>
            </a:endParaRPr>
          </a:p>
          <a:p>
            <a:pPr indent="-317500" lvl="0" marL="457200" marR="0" rtl="0" algn="just">
              <a:lnSpc>
                <a:spcPct val="130000"/>
              </a:lnSpc>
              <a:spcBef>
                <a:spcPts val="0"/>
              </a:spcBef>
              <a:spcAft>
                <a:spcPts val="0"/>
              </a:spcAft>
              <a:buClr>
                <a:srgbClr val="404155"/>
              </a:buClr>
              <a:buSzPts val="1400"/>
              <a:buFont typeface="Calibri"/>
              <a:buChar char="●"/>
            </a:pPr>
            <a:r>
              <a:rPr lang="en">
                <a:solidFill>
                  <a:srgbClr val="404155"/>
                </a:solidFill>
                <a:latin typeface="Calibri"/>
                <a:ea typeface="Calibri"/>
                <a:cs typeface="Calibri"/>
                <a:sym typeface="Calibri"/>
              </a:rPr>
              <a:t>Accelerated onboarding and measurable productivity gains at enterprise scale.</a:t>
            </a:r>
            <a:endParaRPr>
              <a:solidFill>
                <a:srgbClr val="404155"/>
              </a:solidFill>
              <a:latin typeface="Calibri"/>
              <a:ea typeface="Calibri"/>
              <a:cs typeface="Calibri"/>
              <a:sym typeface="Calibri"/>
            </a:endParaRPr>
          </a:p>
          <a:p>
            <a:pPr indent="0" lvl="0" marL="0" rtl="0" algn="just">
              <a:lnSpc>
                <a:spcPct val="130000"/>
              </a:lnSpc>
              <a:spcBef>
                <a:spcPts val="0"/>
              </a:spcBef>
              <a:spcAft>
                <a:spcPts val="0"/>
              </a:spcAft>
              <a:buNone/>
            </a:pPr>
            <a:r>
              <a:rPr b="1" lang="en" sz="1800">
                <a:solidFill>
                  <a:srgbClr val="404155"/>
                </a:solidFill>
                <a:latin typeface="Calibri"/>
                <a:ea typeface="Calibri"/>
                <a:cs typeface="Calibri"/>
                <a:sym typeface="Calibri"/>
              </a:rPr>
              <a:t>Investment Level</a:t>
            </a:r>
            <a:endParaRPr sz="1800">
              <a:solidFill>
                <a:srgbClr val="404155"/>
              </a:solidFill>
              <a:latin typeface="Calibri"/>
              <a:ea typeface="Calibri"/>
              <a:cs typeface="Calibri"/>
              <a:sym typeface="Calibri"/>
            </a:endParaRPr>
          </a:p>
          <a:p>
            <a:pPr indent="0" lvl="0" marL="0" rtl="0" algn="just">
              <a:lnSpc>
                <a:spcPct val="130000"/>
              </a:lnSpc>
              <a:spcBef>
                <a:spcPts val="0"/>
              </a:spcBef>
              <a:spcAft>
                <a:spcPts val="0"/>
              </a:spcAft>
              <a:buNone/>
            </a:pPr>
            <a:r>
              <a:rPr lang="en">
                <a:solidFill>
                  <a:srgbClr val="404155"/>
                </a:solidFill>
                <a:latin typeface="Calibri"/>
                <a:ea typeface="Calibri"/>
                <a:cs typeface="Calibri"/>
                <a:sym typeface="Calibri"/>
              </a:rPr>
              <a:t>Moderate; focuses on high-ROI open-source models and modular code to avoid vendor lock-in.</a:t>
            </a:r>
            <a:endParaRPr>
              <a:solidFill>
                <a:srgbClr val="404155"/>
              </a:solidFill>
              <a:latin typeface="Calibri"/>
              <a:ea typeface="Calibri"/>
              <a:cs typeface="Calibri"/>
              <a:sym typeface="Calibri"/>
            </a:endParaRPr>
          </a:p>
          <a:p>
            <a:pPr indent="0" lvl="0" marL="0" rtl="0" algn="just">
              <a:lnSpc>
                <a:spcPct val="130000"/>
              </a:lnSpc>
              <a:spcBef>
                <a:spcPts val="0"/>
              </a:spcBef>
              <a:spcAft>
                <a:spcPts val="0"/>
              </a:spcAft>
              <a:buNone/>
            </a:pPr>
            <a:r>
              <a:t/>
            </a:r>
            <a:endParaRPr sz="600">
              <a:solidFill>
                <a:srgbClr val="404155"/>
              </a:solidFill>
              <a:latin typeface="Calibri"/>
              <a:ea typeface="Calibri"/>
              <a:cs typeface="Calibri"/>
              <a:sym typeface="Calibri"/>
            </a:endParaRPr>
          </a:p>
          <a:p>
            <a:pPr indent="0" lvl="0" marL="0" rtl="0" algn="just">
              <a:lnSpc>
                <a:spcPct val="130000"/>
              </a:lnSpc>
              <a:spcBef>
                <a:spcPts val="0"/>
              </a:spcBef>
              <a:spcAft>
                <a:spcPts val="0"/>
              </a:spcAft>
              <a:buClr>
                <a:schemeClr val="dk1"/>
              </a:buClr>
              <a:buSzPts val="1100"/>
              <a:buFont typeface="Arial"/>
              <a:buNone/>
            </a:pPr>
            <a:r>
              <a:rPr b="1" lang="en" sz="1200">
                <a:solidFill>
                  <a:srgbClr val="404155"/>
                </a:solidFill>
                <a:latin typeface="Calibri"/>
                <a:ea typeface="Calibri"/>
                <a:cs typeface="Calibri"/>
                <a:sym typeface="Calibri"/>
              </a:rPr>
              <a:t>Source: </a:t>
            </a:r>
            <a:r>
              <a:rPr lang="en" sz="1200">
                <a:solidFill>
                  <a:schemeClr val="hlink"/>
                </a:solidFill>
                <a:uFill>
                  <a:noFill/>
                </a:uFill>
                <a:latin typeface="Calibri"/>
                <a:ea typeface="Calibri"/>
                <a:cs typeface="Calibri"/>
                <a:sym typeface="Calibri"/>
                <a:hlinkClick r:id="rId3"/>
              </a:rPr>
              <a:t>Grand view research for Enterprise Search(2023 - 2030).</a:t>
            </a:r>
            <a:r>
              <a:rPr lang="en" sz="1200">
                <a:solidFill>
                  <a:schemeClr val="dk1"/>
                </a:solidFill>
                <a:latin typeface="Calibri"/>
                <a:ea typeface="Calibri"/>
                <a:cs typeface="Calibri"/>
                <a:sym typeface="Calibri"/>
              </a:rPr>
              <a:t> &amp; </a:t>
            </a:r>
            <a:r>
              <a:rPr lang="en" sz="1200">
                <a:solidFill>
                  <a:schemeClr val="hlink"/>
                </a:solidFill>
                <a:uFill>
                  <a:noFill/>
                </a:uFill>
                <a:latin typeface="Calibri"/>
                <a:ea typeface="Calibri"/>
                <a:cs typeface="Calibri"/>
                <a:sym typeface="Calibri"/>
                <a:hlinkClick r:id="rId4"/>
              </a:rPr>
              <a:t>McKinsey Digital Report on Knowledge Work Productivity.</a:t>
            </a:r>
            <a:endParaRPr>
              <a:solidFill>
                <a:srgbClr val="404155"/>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7" name="Shape 157"/>
        <p:cNvGrpSpPr/>
        <p:nvPr/>
      </p:nvGrpSpPr>
      <p:grpSpPr>
        <a:xfrm>
          <a:off x="0" y="0"/>
          <a:ext cx="0" cy="0"/>
          <a:chOff x="0" y="0"/>
          <a:chExt cx="0" cy="0"/>
        </a:xfrm>
      </p:grpSpPr>
      <p:sp>
        <p:nvSpPr>
          <p:cNvPr id="158" name="Google Shape;158;p29"/>
          <p:cNvSpPr/>
          <p:nvPr/>
        </p:nvSpPr>
        <p:spPr>
          <a:xfrm>
            <a:off x="0" y="0"/>
            <a:ext cx="9144000" cy="749700"/>
          </a:xfrm>
          <a:prstGeom prst="rect">
            <a:avLst/>
          </a:prstGeom>
          <a:solidFill>
            <a:srgbClr val="58121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t/>
            </a:r>
            <a:endParaRPr b="1" sz="1600">
              <a:solidFill>
                <a:srgbClr val="FFFFFF"/>
              </a:solidFill>
              <a:latin typeface="Calibri"/>
              <a:ea typeface="Calibri"/>
              <a:cs typeface="Calibri"/>
              <a:sym typeface="Calibri"/>
            </a:endParaRPr>
          </a:p>
        </p:txBody>
      </p:sp>
      <p:sp>
        <p:nvSpPr>
          <p:cNvPr id="159" name="Google Shape;159;p29"/>
          <p:cNvSpPr txBox="1"/>
          <p:nvPr/>
        </p:nvSpPr>
        <p:spPr>
          <a:xfrm>
            <a:off x="163900" y="205500"/>
            <a:ext cx="8775000" cy="400200"/>
          </a:xfrm>
          <a:prstGeom prst="rect">
            <a:avLst/>
          </a:prstGeom>
          <a:noFill/>
          <a:ln>
            <a:noFill/>
          </a:ln>
        </p:spPr>
        <p:txBody>
          <a:bodyPr anchorCtr="0" anchor="t" bIns="45700" lIns="91425" spcFirstLastPara="1" rIns="91425" wrap="square" tIns="45700">
            <a:spAutoFit/>
          </a:bodyPr>
          <a:lstStyle/>
          <a:p>
            <a:pPr indent="0" lvl="0" marL="0" rtl="0" algn="l">
              <a:lnSpc>
                <a:spcPct val="140023"/>
              </a:lnSpc>
              <a:spcBef>
                <a:spcPts val="0"/>
              </a:spcBef>
              <a:spcAft>
                <a:spcPts val="0"/>
              </a:spcAft>
              <a:buClr>
                <a:schemeClr val="dk1"/>
              </a:buClr>
              <a:buFont typeface="Arial"/>
              <a:buNone/>
            </a:pPr>
            <a:r>
              <a:rPr b="1" lang="en" sz="2000">
                <a:solidFill>
                  <a:schemeClr val="lt1"/>
                </a:solidFill>
                <a:latin typeface="Calibri"/>
                <a:ea typeface="Calibri"/>
                <a:cs typeface="Calibri"/>
                <a:sym typeface="Calibri"/>
              </a:rPr>
              <a:t>Existing Solutions in the market</a:t>
            </a:r>
            <a:endParaRPr b="1" sz="2000">
              <a:solidFill>
                <a:schemeClr val="lt1"/>
              </a:solidFill>
              <a:latin typeface="Calibri"/>
              <a:ea typeface="Calibri"/>
              <a:cs typeface="Calibri"/>
              <a:sym typeface="Calibri"/>
            </a:endParaRPr>
          </a:p>
        </p:txBody>
      </p:sp>
      <p:graphicFrame>
        <p:nvGraphicFramePr>
          <p:cNvPr id="160" name="Google Shape;160;p29"/>
          <p:cNvGraphicFramePr/>
          <p:nvPr/>
        </p:nvGraphicFramePr>
        <p:xfrm>
          <a:off x="28425" y="749675"/>
          <a:ext cx="3000000" cy="3000000"/>
        </p:xfrm>
        <a:graphic>
          <a:graphicData uri="http://schemas.openxmlformats.org/drawingml/2006/table">
            <a:tbl>
              <a:tblPr>
                <a:noFill/>
                <a:tableStyleId>{8ACA1337-23DC-4595-9FFA-C639C8FD5CB8}</a:tableStyleId>
              </a:tblPr>
              <a:tblGrid>
                <a:gridCol w="3029050"/>
                <a:gridCol w="3029050"/>
                <a:gridCol w="3029050"/>
              </a:tblGrid>
              <a:tr h="501450">
                <a:tc>
                  <a:txBody>
                    <a:bodyPr/>
                    <a:lstStyle/>
                    <a:p>
                      <a:pPr indent="0" lvl="0" marL="0" rtl="0" algn="l">
                        <a:lnSpc>
                          <a:spcPct val="100000"/>
                        </a:lnSpc>
                        <a:spcBef>
                          <a:spcPts val="0"/>
                        </a:spcBef>
                        <a:spcAft>
                          <a:spcPts val="0"/>
                        </a:spcAft>
                        <a:buNone/>
                      </a:pPr>
                      <a:r>
                        <a:rPr b="1" lang="en">
                          <a:solidFill>
                            <a:srgbClr val="1F1F1F"/>
                          </a:solidFill>
                          <a:latin typeface="Calibri"/>
                          <a:ea typeface="Calibri"/>
                          <a:cs typeface="Calibri"/>
                          <a:sym typeface="Calibri"/>
                        </a:rPr>
                        <a:t>Current Landscape</a:t>
                      </a:r>
                      <a:endParaRPr b="1">
                        <a:solidFill>
                          <a:srgbClr val="1F1F1F"/>
                        </a:solidFill>
                        <a:latin typeface="Calibri"/>
                        <a:ea typeface="Calibri"/>
                        <a:cs typeface="Calibri"/>
                        <a:sym typeface="Calibri"/>
                      </a:endParaRPr>
                    </a:p>
                  </a:txBody>
                  <a:tcPr marT="152400" marB="152400" marR="114300" marL="91425">
                    <a:lnL cap="flat" cmpd="sng" w="9525">
                      <a:solidFill>
                        <a:schemeClr val="lt1"/>
                      </a:solidFill>
                      <a:prstDash val="dot"/>
                      <a:round/>
                      <a:headEnd len="sm" w="sm" type="none"/>
                      <a:tailEnd len="sm" w="sm" type="none"/>
                    </a:lnL>
                    <a:lnR cap="flat" cmpd="sng" w="9525">
                      <a:solidFill>
                        <a:schemeClr val="lt1"/>
                      </a:solidFill>
                      <a:prstDash val="dot"/>
                      <a:round/>
                      <a:headEnd len="sm" w="sm" type="none"/>
                      <a:tailEnd len="sm" w="sm" type="none"/>
                    </a:lnR>
                    <a:lnT cap="flat" cmpd="sng" w="9525">
                      <a:solidFill>
                        <a:schemeClr val="lt1"/>
                      </a:solidFill>
                      <a:prstDash val="dot"/>
                      <a:round/>
                      <a:headEnd len="sm" w="sm" type="none"/>
                      <a:tailEnd len="sm" w="sm" type="none"/>
                    </a:lnT>
                    <a:lnB cap="flat" cmpd="sng" w="9525">
                      <a:solidFill>
                        <a:schemeClr val="lt1"/>
                      </a:solidFill>
                      <a:prstDash val="dot"/>
                      <a:round/>
                      <a:headEnd len="sm" w="sm" type="none"/>
                      <a:tailEnd len="sm" w="sm" type="none"/>
                    </a:lnB>
                    <a:solidFill>
                      <a:srgbClr val="EFEFEF"/>
                    </a:solidFill>
                  </a:tcPr>
                </a:tc>
                <a:tc>
                  <a:txBody>
                    <a:bodyPr/>
                    <a:lstStyle/>
                    <a:p>
                      <a:pPr indent="0" lvl="0" marL="0" rtl="0" algn="l">
                        <a:lnSpc>
                          <a:spcPct val="100000"/>
                        </a:lnSpc>
                        <a:spcBef>
                          <a:spcPts val="0"/>
                        </a:spcBef>
                        <a:spcAft>
                          <a:spcPts val="0"/>
                        </a:spcAft>
                        <a:buNone/>
                      </a:pPr>
                      <a:r>
                        <a:rPr b="1" lang="en">
                          <a:solidFill>
                            <a:srgbClr val="1F1F1F"/>
                          </a:solidFill>
                          <a:latin typeface="Calibri"/>
                          <a:ea typeface="Calibri"/>
                          <a:cs typeface="Calibri"/>
                          <a:sym typeface="Calibri"/>
                        </a:rPr>
                        <a:t>The Critical Gaps</a:t>
                      </a:r>
                      <a:endParaRPr b="1">
                        <a:solidFill>
                          <a:srgbClr val="1F1F1F"/>
                        </a:solidFill>
                        <a:latin typeface="Calibri"/>
                        <a:ea typeface="Calibri"/>
                        <a:cs typeface="Calibri"/>
                        <a:sym typeface="Calibri"/>
                      </a:endParaRPr>
                    </a:p>
                  </a:txBody>
                  <a:tcPr marT="152400" marB="152400" marR="114300" marL="91425">
                    <a:lnL cap="flat" cmpd="sng" w="9525">
                      <a:solidFill>
                        <a:schemeClr val="lt1"/>
                      </a:solidFill>
                      <a:prstDash val="dot"/>
                      <a:round/>
                      <a:headEnd len="sm" w="sm" type="none"/>
                      <a:tailEnd len="sm" w="sm" type="none"/>
                    </a:lnL>
                    <a:lnR cap="flat" cmpd="sng" w="9525">
                      <a:solidFill>
                        <a:schemeClr val="lt1"/>
                      </a:solidFill>
                      <a:prstDash val="dot"/>
                      <a:round/>
                      <a:headEnd len="sm" w="sm" type="none"/>
                      <a:tailEnd len="sm" w="sm" type="none"/>
                    </a:lnR>
                    <a:lnT cap="flat" cmpd="sng" w="9525">
                      <a:solidFill>
                        <a:schemeClr val="lt1"/>
                      </a:solidFill>
                      <a:prstDash val="dot"/>
                      <a:round/>
                      <a:headEnd len="sm" w="sm" type="none"/>
                      <a:tailEnd len="sm" w="sm" type="none"/>
                    </a:lnT>
                    <a:lnB cap="flat" cmpd="sng" w="9525">
                      <a:solidFill>
                        <a:schemeClr val="lt1"/>
                      </a:solidFill>
                      <a:prstDash val="dot"/>
                      <a:round/>
                      <a:headEnd len="sm" w="sm" type="none"/>
                      <a:tailEnd len="sm" w="sm" type="none"/>
                    </a:lnB>
                    <a:solidFill>
                      <a:srgbClr val="EFEFEF"/>
                    </a:solidFill>
                  </a:tcPr>
                </a:tc>
                <a:tc>
                  <a:txBody>
                    <a:bodyPr/>
                    <a:lstStyle/>
                    <a:p>
                      <a:pPr indent="0" lvl="0" marL="0" rtl="0" algn="l">
                        <a:lnSpc>
                          <a:spcPct val="100000"/>
                        </a:lnSpc>
                        <a:spcBef>
                          <a:spcPts val="0"/>
                        </a:spcBef>
                        <a:spcAft>
                          <a:spcPts val="0"/>
                        </a:spcAft>
                        <a:buNone/>
                      </a:pPr>
                      <a:r>
                        <a:rPr b="1" lang="en">
                          <a:solidFill>
                            <a:srgbClr val="1F1F1F"/>
                          </a:solidFill>
                          <a:latin typeface="Calibri"/>
                          <a:ea typeface="Calibri"/>
                          <a:cs typeface="Calibri"/>
                          <a:sym typeface="Calibri"/>
                        </a:rPr>
                        <a:t>Our Technical Edge</a:t>
                      </a:r>
                      <a:endParaRPr b="1">
                        <a:solidFill>
                          <a:srgbClr val="1F1F1F"/>
                        </a:solidFill>
                        <a:latin typeface="Calibri"/>
                        <a:ea typeface="Calibri"/>
                        <a:cs typeface="Calibri"/>
                        <a:sym typeface="Calibri"/>
                      </a:endParaRPr>
                    </a:p>
                  </a:txBody>
                  <a:tcPr marT="152400" marB="152400" marR="91425" marL="91425">
                    <a:lnL cap="flat" cmpd="sng" w="9525">
                      <a:solidFill>
                        <a:schemeClr val="lt1"/>
                      </a:solidFill>
                      <a:prstDash val="dot"/>
                      <a:round/>
                      <a:headEnd len="sm" w="sm" type="none"/>
                      <a:tailEnd len="sm" w="sm" type="none"/>
                    </a:lnL>
                    <a:lnR cap="flat" cmpd="sng" w="9525">
                      <a:solidFill>
                        <a:schemeClr val="lt1"/>
                      </a:solidFill>
                      <a:prstDash val="dot"/>
                      <a:round/>
                      <a:headEnd len="sm" w="sm" type="none"/>
                      <a:tailEnd len="sm" w="sm" type="none"/>
                    </a:lnR>
                    <a:lnT cap="flat" cmpd="sng" w="9525">
                      <a:solidFill>
                        <a:schemeClr val="lt1"/>
                      </a:solidFill>
                      <a:prstDash val="dot"/>
                      <a:round/>
                      <a:headEnd len="sm" w="sm" type="none"/>
                      <a:tailEnd len="sm" w="sm" type="none"/>
                    </a:lnT>
                    <a:lnB cap="flat" cmpd="sng" w="9525">
                      <a:solidFill>
                        <a:schemeClr val="lt1"/>
                      </a:solidFill>
                      <a:prstDash val="dot"/>
                      <a:round/>
                      <a:headEnd len="sm" w="sm" type="none"/>
                      <a:tailEnd len="sm" w="sm" type="none"/>
                    </a:lnB>
                    <a:solidFill>
                      <a:srgbClr val="EFEFEF"/>
                    </a:solidFill>
                  </a:tcPr>
                </a:tc>
              </a:tr>
              <a:tr h="1078350">
                <a:tc>
                  <a:txBody>
                    <a:bodyPr/>
                    <a:lstStyle/>
                    <a:p>
                      <a:pPr indent="0" lvl="0" marL="0" rtl="0" algn="l">
                        <a:lnSpc>
                          <a:spcPct val="100000"/>
                        </a:lnSpc>
                        <a:spcBef>
                          <a:spcPts val="0"/>
                        </a:spcBef>
                        <a:spcAft>
                          <a:spcPts val="0"/>
                        </a:spcAft>
                        <a:buNone/>
                      </a:pPr>
                      <a:r>
                        <a:rPr b="1" lang="en">
                          <a:solidFill>
                            <a:srgbClr val="1F1F1F"/>
                          </a:solidFill>
                          <a:latin typeface="Calibri"/>
                          <a:ea typeface="Calibri"/>
                          <a:cs typeface="Calibri"/>
                          <a:sym typeface="Calibri"/>
                        </a:rPr>
                        <a:t>Manual Search:</a:t>
                      </a:r>
                      <a:r>
                        <a:rPr lang="en">
                          <a:solidFill>
                            <a:srgbClr val="1F1F1F"/>
                          </a:solidFill>
                          <a:latin typeface="Calibri"/>
                          <a:ea typeface="Calibri"/>
                          <a:cs typeface="Calibri"/>
                          <a:sym typeface="Calibri"/>
                        </a:rPr>
                        <a:t> 30+ min wasted in fragmented portals/wikis.</a:t>
                      </a:r>
                      <a:endParaRPr>
                        <a:solidFill>
                          <a:srgbClr val="1F1F1F"/>
                        </a:solidFill>
                        <a:latin typeface="Calibri"/>
                        <a:ea typeface="Calibri"/>
                        <a:cs typeface="Calibri"/>
                        <a:sym typeface="Calibri"/>
                      </a:endParaRPr>
                    </a:p>
                  </a:txBody>
                  <a:tcPr marT="152400" marB="152400" marR="114300" marL="91425">
                    <a:lnL cap="flat" cmpd="sng" w="9525">
                      <a:solidFill>
                        <a:schemeClr val="lt1"/>
                      </a:solidFill>
                      <a:prstDash val="dot"/>
                      <a:round/>
                      <a:headEnd len="sm" w="sm" type="none"/>
                      <a:tailEnd len="sm" w="sm" type="none"/>
                    </a:lnL>
                    <a:lnR cap="flat" cmpd="sng" w="9525">
                      <a:solidFill>
                        <a:schemeClr val="lt1"/>
                      </a:solidFill>
                      <a:prstDash val="dot"/>
                      <a:round/>
                      <a:headEnd len="sm" w="sm" type="none"/>
                      <a:tailEnd len="sm" w="sm" type="none"/>
                    </a:lnR>
                    <a:lnT cap="flat" cmpd="sng" w="9525">
                      <a:solidFill>
                        <a:schemeClr val="lt1"/>
                      </a:solidFill>
                      <a:prstDash val="dot"/>
                      <a:round/>
                      <a:headEnd len="sm" w="sm" type="none"/>
                      <a:tailEnd len="sm" w="sm" type="none"/>
                    </a:lnT>
                    <a:lnB cap="flat" cmpd="sng" w="9525">
                      <a:solidFill>
                        <a:schemeClr val="lt1"/>
                      </a:solidFill>
                      <a:prstDash val="dot"/>
                      <a:round/>
                      <a:headEnd len="sm" w="sm" type="none"/>
                      <a:tailEnd len="sm" w="sm" type="none"/>
                    </a:lnB>
                  </a:tcPr>
                </a:tc>
                <a:tc>
                  <a:txBody>
                    <a:bodyPr/>
                    <a:lstStyle/>
                    <a:p>
                      <a:pPr indent="0" lvl="0" marL="0" rtl="0" algn="l">
                        <a:lnSpc>
                          <a:spcPct val="100000"/>
                        </a:lnSpc>
                        <a:spcBef>
                          <a:spcPts val="0"/>
                        </a:spcBef>
                        <a:spcAft>
                          <a:spcPts val="0"/>
                        </a:spcAft>
                        <a:buNone/>
                      </a:pPr>
                      <a:r>
                        <a:rPr b="1" lang="en">
                          <a:solidFill>
                            <a:srgbClr val="1F1F1F"/>
                          </a:solidFill>
                          <a:latin typeface="Calibri"/>
                          <a:ea typeface="Calibri"/>
                          <a:cs typeface="Calibri"/>
                          <a:sym typeface="Calibri"/>
                        </a:rPr>
                        <a:t>Multi-Hop Failure:</a:t>
                      </a:r>
                      <a:r>
                        <a:rPr lang="en">
                          <a:solidFill>
                            <a:srgbClr val="1F1F1F"/>
                          </a:solidFill>
                          <a:latin typeface="Calibri"/>
                          <a:ea typeface="Calibri"/>
                          <a:cs typeface="Calibri"/>
                          <a:sym typeface="Calibri"/>
                        </a:rPr>
                        <a:t> Standard tools cannot link a </a:t>
                      </a:r>
                      <a:r>
                        <a:rPr b="1" lang="en">
                          <a:solidFill>
                            <a:srgbClr val="1F1F1F"/>
                          </a:solidFill>
                          <a:latin typeface="Calibri"/>
                          <a:ea typeface="Calibri"/>
                          <a:cs typeface="Calibri"/>
                          <a:sym typeface="Calibri"/>
                        </a:rPr>
                        <a:t>Technical SOP</a:t>
                      </a:r>
                      <a:r>
                        <a:rPr lang="en">
                          <a:solidFill>
                            <a:srgbClr val="1F1F1F"/>
                          </a:solidFill>
                          <a:latin typeface="Calibri"/>
                          <a:ea typeface="Calibri"/>
                          <a:cs typeface="Calibri"/>
                          <a:sym typeface="Calibri"/>
                        </a:rPr>
                        <a:t> to a </a:t>
                      </a:r>
                      <a:r>
                        <a:rPr b="1" lang="en">
                          <a:solidFill>
                            <a:srgbClr val="1F1F1F"/>
                          </a:solidFill>
                          <a:latin typeface="Calibri"/>
                          <a:ea typeface="Calibri"/>
                          <a:cs typeface="Calibri"/>
                          <a:sym typeface="Calibri"/>
                        </a:rPr>
                        <a:t>Jira Ticket</a:t>
                      </a:r>
                      <a:r>
                        <a:rPr lang="en">
                          <a:solidFill>
                            <a:srgbClr val="1F1F1F"/>
                          </a:solidFill>
                          <a:latin typeface="Calibri"/>
                          <a:ea typeface="Calibri"/>
                          <a:cs typeface="Calibri"/>
                          <a:sym typeface="Calibri"/>
                        </a:rPr>
                        <a:t> resolution.</a:t>
                      </a:r>
                      <a:endParaRPr>
                        <a:solidFill>
                          <a:srgbClr val="1F1F1F"/>
                        </a:solidFill>
                        <a:latin typeface="Calibri"/>
                        <a:ea typeface="Calibri"/>
                        <a:cs typeface="Calibri"/>
                        <a:sym typeface="Calibri"/>
                      </a:endParaRPr>
                    </a:p>
                  </a:txBody>
                  <a:tcPr marT="152400" marB="152400" marR="114300" marL="91425">
                    <a:lnL cap="flat" cmpd="sng" w="9525">
                      <a:solidFill>
                        <a:schemeClr val="lt1"/>
                      </a:solidFill>
                      <a:prstDash val="dot"/>
                      <a:round/>
                      <a:headEnd len="sm" w="sm" type="none"/>
                      <a:tailEnd len="sm" w="sm" type="none"/>
                    </a:lnL>
                    <a:lnR cap="flat" cmpd="sng" w="9525">
                      <a:solidFill>
                        <a:schemeClr val="lt1"/>
                      </a:solidFill>
                      <a:prstDash val="dot"/>
                      <a:round/>
                      <a:headEnd len="sm" w="sm" type="none"/>
                      <a:tailEnd len="sm" w="sm" type="none"/>
                    </a:lnR>
                    <a:lnT cap="flat" cmpd="sng" w="9525">
                      <a:solidFill>
                        <a:schemeClr val="lt1"/>
                      </a:solidFill>
                      <a:prstDash val="dot"/>
                      <a:round/>
                      <a:headEnd len="sm" w="sm" type="none"/>
                      <a:tailEnd len="sm" w="sm" type="none"/>
                    </a:lnT>
                    <a:lnB cap="flat" cmpd="sng" w="9525">
                      <a:solidFill>
                        <a:schemeClr val="lt1"/>
                      </a:solidFill>
                      <a:prstDash val="dot"/>
                      <a:round/>
                      <a:headEnd len="sm" w="sm" type="none"/>
                      <a:tailEnd len="sm" w="sm" type="none"/>
                    </a:lnB>
                  </a:tcPr>
                </a:tc>
                <a:tc>
                  <a:txBody>
                    <a:bodyPr/>
                    <a:lstStyle/>
                    <a:p>
                      <a:pPr indent="0" lvl="0" marL="0" rtl="0" algn="l">
                        <a:lnSpc>
                          <a:spcPct val="100000"/>
                        </a:lnSpc>
                        <a:spcBef>
                          <a:spcPts val="0"/>
                        </a:spcBef>
                        <a:spcAft>
                          <a:spcPts val="0"/>
                        </a:spcAft>
                        <a:buNone/>
                      </a:pPr>
                      <a:r>
                        <a:rPr b="1" lang="en">
                          <a:solidFill>
                            <a:srgbClr val="1F1F1F"/>
                          </a:solidFill>
                          <a:latin typeface="Calibri"/>
                          <a:ea typeface="Calibri"/>
                          <a:cs typeface="Calibri"/>
                          <a:sym typeface="Calibri"/>
                        </a:rPr>
                        <a:t>Confidence Guardrails:</a:t>
                      </a:r>
                      <a:r>
                        <a:rPr lang="en">
                          <a:solidFill>
                            <a:srgbClr val="1F1F1F"/>
                          </a:solidFill>
                          <a:latin typeface="Calibri"/>
                          <a:ea typeface="Calibri"/>
                          <a:cs typeface="Calibri"/>
                          <a:sym typeface="Calibri"/>
                        </a:rPr>
                        <a:t> Hard </a:t>
                      </a:r>
                      <a:r>
                        <a:rPr b="1" lang="en">
                          <a:solidFill>
                            <a:srgbClr val="1F1F1F"/>
                          </a:solidFill>
                          <a:latin typeface="Calibri"/>
                          <a:ea typeface="Calibri"/>
                          <a:cs typeface="Calibri"/>
                          <a:sym typeface="Calibri"/>
                        </a:rPr>
                        <a:t>Score &lt; 0.65 logic</a:t>
                      </a:r>
                      <a:r>
                        <a:rPr lang="en">
                          <a:solidFill>
                            <a:srgbClr val="1F1F1F"/>
                          </a:solidFill>
                          <a:latin typeface="Calibri"/>
                          <a:ea typeface="Calibri"/>
                          <a:cs typeface="Calibri"/>
                          <a:sym typeface="Calibri"/>
                        </a:rPr>
                        <a:t>; triggers Human-in-the-Loop instead of hallucinating.</a:t>
                      </a:r>
                      <a:endParaRPr>
                        <a:solidFill>
                          <a:srgbClr val="1F1F1F"/>
                        </a:solidFill>
                        <a:latin typeface="Calibri"/>
                        <a:ea typeface="Calibri"/>
                        <a:cs typeface="Calibri"/>
                        <a:sym typeface="Calibri"/>
                      </a:endParaRPr>
                    </a:p>
                  </a:txBody>
                  <a:tcPr marT="152400" marB="152400" marR="91425" marL="91425">
                    <a:lnL cap="flat" cmpd="sng" w="9525">
                      <a:solidFill>
                        <a:schemeClr val="lt1"/>
                      </a:solidFill>
                      <a:prstDash val="dot"/>
                      <a:round/>
                      <a:headEnd len="sm" w="sm" type="none"/>
                      <a:tailEnd len="sm" w="sm" type="none"/>
                    </a:lnL>
                    <a:lnR cap="flat" cmpd="sng" w="9525">
                      <a:solidFill>
                        <a:schemeClr val="lt1"/>
                      </a:solidFill>
                      <a:prstDash val="dot"/>
                      <a:round/>
                      <a:headEnd len="sm" w="sm" type="none"/>
                      <a:tailEnd len="sm" w="sm" type="none"/>
                    </a:lnR>
                    <a:lnT cap="flat" cmpd="sng" w="9525">
                      <a:solidFill>
                        <a:schemeClr val="lt1"/>
                      </a:solidFill>
                      <a:prstDash val="dot"/>
                      <a:round/>
                      <a:headEnd len="sm" w="sm" type="none"/>
                      <a:tailEnd len="sm" w="sm" type="none"/>
                    </a:lnT>
                    <a:lnB cap="flat" cmpd="sng" w="9525">
                      <a:solidFill>
                        <a:schemeClr val="lt1"/>
                      </a:solidFill>
                      <a:prstDash val="dot"/>
                      <a:round/>
                      <a:headEnd len="sm" w="sm" type="none"/>
                      <a:tailEnd len="sm" w="sm" type="none"/>
                    </a:lnB>
                  </a:tcPr>
                </a:tc>
              </a:tr>
              <a:tr h="914425">
                <a:tc>
                  <a:txBody>
                    <a:bodyPr/>
                    <a:lstStyle/>
                    <a:p>
                      <a:pPr indent="0" lvl="0" marL="0" rtl="0" algn="l">
                        <a:lnSpc>
                          <a:spcPct val="100000"/>
                        </a:lnSpc>
                        <a:spcBef>
                          <a:spcPts val="0"/>
                        </a:spcBef>
                        <a:spcAft>
                          <a:spcPts val="0"/>
                        </a:spcAft>
                        <a:buNone/>
                      </a:pPr>
                      <a:r>
                        <a:rPr b="1" lang="en">
                          <a:solidFill>
                            <a:srgbClr val="1F1F1F"/>
                          </a:solidFill>
                          <a:latin typeface="Calibri"/>
                          <a:ea typeface="Calibri"/>
                          <a:cs typeface="Calibri"/>
                          <a:sym typeface="Calibri"/>
                        </a:rPr>
                        <a:t>Legacy Chatbots:</a:t>
                      </a:r>
                      <a:r>
                        <a:rPr lang="en">
                          <a:solidFill>
                            <a:srgbClr val="1F1F1F"/>
                          </a:solidFill>
                          <a:latin typeface="Calibri"/>
                          <a:ea typeface="Calibri"/>
                          <a:cs typeface="Calibri"/>
                          <a:sym typeface="Calibri"/>
                        </a:rPr>
                        <a:t> "Naive RAG" lacks context &amp; multi-step reasoning.</a:t>
                      </a:r>
                      <a:endParaRPr>
                        <a:solidFill>
                          <a:srgbClr val="1F1F1F"/>
                        </a:solidFill>
                        <a:latin typeface="Calibri"/>
                        <a:ea typeface="Calibri"/>
                        <a:cs typeface="Calibri"/>
                        <a:sym typeface="Calibri"/>
                      </a:endParaRPr>
                    </a:p>
                  </a:txBody>
                  <a:tcPr marT="152400" marB="152400" marR="114300" marL="91425">
                    <a:lnL cap="flat" cmpd="sng" w="9525">
                      <a:solidFill>
                        <a:schemeClr val="lt1"/>
                      </a:solidFill>
                      <a:prstDash val="dot"/>
                      <a:round/>
                      <a:headEnd len="sm" w="sm" type="none"/>
                      <a:tailEnd len="sm" w="sm" type="none"/>
                    </a:lnL>
                    <a:lnR cap="flat" cmpd="sng" w="9525">
                      <a:solidFill>
                        <a:schemeClr val="lt1"/>
                      </a:solidFill>
                      <a:prstDash val="dot"/>
                      <a:round/>
                      <a:headEnd len="sm" w="sm" type="none"/>
                      <a:tailEnd len="sm" w="sm" type="none"/>
                    </a:lnR>
                    <a:lnT cap="flat" cmpd="sng" w="9525">
                      <a:solidFill>
                        <a:schemeClr val="lt1"/>
                      </a:solidFill>
                      <a:prstDash val="dot"/>
                      <a:round/>
                      <a:headEnd len="sm" w="sm" type="none"/>
                      <a:tailEnd len="sm" w="sm" type="none"/>
                    </a:lnT>
                    <a:lnB cap="flat" cmpd="sng" w="9525">
                      <a:solidFill>
                        <a:schemeClr val="lt1"/>
                      </a:solidFill>
                      <a:prstDash val="dot"/>
                      <a:round/>
                      <a:headEnd len="sm" w="sm" type="none"/>
                      <a:tailEnd len="sm" w="sm" type="none"/>
                    </a:lnB>
                  </a:tcPr>
                </a:tc>
                <a:tc>
                  <a:txBody>
                    <a:bodyPr/>
                    <a:lstStyle/>
                    <a:p>
                      <a:pPr indent="0" lvl="0" marL="0" rtl="0" algn="l">
                        <a:lnSpc>
                          <a:spcPct val="100000"/>
                        </a:lnSpc>
                        <a:spcBef>
                          <a:spcPts val="0"/>
                        </a:spcBef>
                        <a:spcAft>
                          <a:spcPts val="0"/>
                        </a:spcAft>
                        <a:buNone/>
                      </a:pPr>
                      <a:r>
                        <a:rPr b="1" lang="en">
                          <a:solidFill>
                            <a:srgbClr val="1F1F1F"/>
                          </a:solidFill>
                          <a:latin typeface="Calibri"/>
                          <a:ea typeface="Calibri"/>
                          <a:cs typeface="Calibri"/>
                          <a:sym typeface="Calibri"/>
                        </a:rPr>
                        <a:t>Hallucination Risk:</a:t>
                      </a:r>
                      <a:r>
                        <a:rPr lang="en">
                          <a:solidFill>
                            <a:srgbClr val="1F1F1F"/>
                          </a:solidFill>
                          <a:latin typeface="Calibri"/>
                          <a:ea typeface="Calibri"/>
                          <a:cs typeface="Calibri"/>
                          <a:sym typeface="Calibri"/>
                        </a:rPr>
                        <a:t> LLMs "guess" when data is missing, creating a reliability gap.</a:t>
                      </a:r>
                      <a:endParaRPr>
                        <a:solidFill>
                          <a:srgbClr val="1F1F1F"/>
                        </a:solidFill>
                        <a:latin typeface="Calibri"/>
                        <a:ea typeface="Calibri"/>
                        <a:cs typeface="Calibri"/>
                        <a:sym typeface="Calibri"/>
                      </a:endParaRPr>
                    </a:p>
                  </a:txBody>
                  <a:tcPr marT="152400" marB="152400" marR="114300" marL="91425">
                    <a:lnL cap="flat" cmpd="sng" w="9525">
                      <a:solidFill>
                        <a:schemeClr val="lt1"/>
                      </a:solidFill>
                      <a:prstDash val="dot"/>
                      <a:round/>
                      <a:headEnd len="sm" w="sm" type="none"/>
                      <a:tailEnd len="sm" w="sm" type="none"/>
                    </a:lnL>
                    <a:lnR cap="flat" cmpd="sng" w="9525">
                      <a:solidFill>
                        <a:schemeClr val="lt1"/>
                      </a:solidFill>
                      <a:prstDash val="dot"/>
                      <a:round/>
                      <a:headEnd len="sm" w="sm" type="none"/>
                      <a:tailEnd len="sm" w="sm" type="none"/>
                    </a:lnR>
                    <a:lnT cap="flat" cmpd="sng" w="9525">
                      <a:solidFill>
                        <a:schemeClr val="lt1"/>
                      </a:solidFill>
                      <a:prstDash val="dot"/>
                      <a:round/>
                      <a:headEnd len="sm" w="sm" type="none"/>
                      <a:tailEnd len="sm" w="sm" type="none"/>
                    </a:lnT>
                    <a:lnB cap="flat" cmpd="sng" w="9525">
                      <a:solidFill>
                        <a:schemeClr val="lt1"/>
                      </a:solidFill>
                      <a:prstDash val="dot"/>
                      <a:round/>
                      <a:headEnd len="sm" w="sm" type="none"/>
                      <a:tailEnd len="sm" w="sm" type="none"/>
                    </a:lnB>
                  </a:tcPr>
                </a:tc>
                <a:tc>
                  <a:txBody>
                    <a:bodyPr/>
                    <a:lstStyle/>
                    <a:p>
                      <a:pPr indent="0" lvl="0" marL="0" rtl="0" algn="l">
                        <a:lnSpc>
                          <a:spcPct val="100000"/>
                        </a:lnSpc>
                        <a:spcBef>
                          <a:spcPts val="0"/>
                        </a:spcBef>
                        <a:spcAft>
                          <a:spcPts val="0"/>
                        </a:spcAft>
                        <a:buNone/>
                      </a:pPr>
                      <a:r>
                        <a:rPr b="1" lang="en">
                          <a:solidFill>
                            <a:srgbClr val="1F1F1F"/>
                          </a:solidFill>
                          <a:latin typeface="Calibri"/>
                          <a:ea typeface="Calibri"/>
                          <a:cs typeface="Calibri"/>
                          <a:sym typeface="Calibri"/>
                        </a:rPr>
                        <a:t>PII Shield:</a:t>
                      </a:r>
                      <a:r>
                        <a:rPr lang="en">
                          <a:solidFill>
                            <a:srgbClr val="1F1F1F"/>
                          </a:solidFill>
                          <a:latin typeface="Calibri"/>
                          <a:ea typeface="Calibri"/>
                          <a:cs typeface="Calibri"/>
                          <a:sym typeface="Calibri"/>
                        </a:rPr>
                        <a:t> NER-based scrubbing for </a:t>
                      </a:r>
                      <a:r>
                        <a:rPr b="1" lang="en">
                          <a:solidFill>
                            <a:srgbClr val="1F1F1F"/>
                          </a:solidFill>
                          <a:latin typeface="Calibri"/>
                          <a:ea typeface="Calibri"/>
                          <a:cs typeface="Calibri"/>
                          <a:sym typeface="Calibri"/>
                        </a:rPr>
                        <a:t>100% DPDP/GDPR Compliance</a:t>
                      </a:r>
                      <a:r>
                        <a:rPr lang="en">
                          <a:solidFill>
                            <a:srgbClr val="1F1F1F"/>
                          </a:solidFill>
                          <a:latin typeface="Calibri"/>
                          <a:ea typeface="Calibri"/>
                          <a:cs typeface="Calibri"/>
                          <a:sym typeface="Calibri"/>
                        </a:rPr>
                        <a:t> before data hits the LLM.</a:t>
                      </a:r>
                      <a:endParaRPr>
                        <a:solidFill>
                          <a:srgbClr val="1F1F1F"/>
                        </a:solidFill>
                        <a:latin typeface="Calibri"/>
                        <a:ea typeface="Calibri"/>
                        <a:cs typeface="Calibri"/>
                        <a:sym typeface="Calibri"/>
                      </a:endParaRPr>
                    </a:p>
                  </a:txBody>
                  <a:tcPr marT="152400" marB="152400" marR="91425" marL="91425">
                    <a:lnL cap="flat" cmpd="sng" w="9525">
                      <a:solidFill>
                        <a:schemeClr val="lt1"/>
                      </a:solidFill>
                      <a:prstDash val="dot"/>
                      <a:round/>
                      <a:headEnd len="sm" w="sm" type="none"/>
                      <a:tailEnd len="sm" w="sm" type="none"/>
                    </a:lnL>
                    <a:lnR cap="flat" cmpd="sng" w="9525">
                      <a:solidFill>
                        <a:schemeClr val="lt1"/>
                      </a:solidFill>
                      <a:prstDash val="dot"/>
                      <a:round/>
                      <a:headEnd len="sm" w="sm" type="none"/>
                      <a:tailEnd len="sm" w="sm" type="none"/>
                    </a:lnR>
                    <a:lnT cap="flat" cmpd="sng" w="9525">
                      <a:solidFill>
                        <a:schemeClr val="lt1"/>
                      </a:solidFill>
                      <a:prstDash val="dot"/>
                      <a:round/>
                      <a:headEnd len="sm" w="sm" type="none"/>
                      <a:tailEnd len="sm" w="sm" type="none"/>
                    </a:lnT>
                    <a:lnB cap="flat" cmpd="sng" w="9525">
                      <a:solidFill>
                        <a:schemeClr val="lt1"/>
                      </a:solidFill>
                      <a:prstDash val="dot"/>
                      <a:round/>
                      <a:headEnd len="sm" w="sm" type="none"/>
                      <a:tailEnd len="sm" w="sm" type="none"/>
                    </a:lnB>
                  </a:tcPr>
                </a:tc>
              </a:tr>
              <a:tr h="914425">
                <a:tc>
                  <a:txBody>
                    <a:bodyPr/>
                    <a:lstStyle/>
                    <a:p>
                      <a:pPr indent="0" lvl="0" marL="0" rtl="0" algn="l">
                        <a:lnSpc>
                          <a:spcPct val="100000"/>
                        </a:lnSpc>
                        <a:spcBef>
                          <a:spcPts val="0"/>
                        </a:spcBef>
                        <a:spcAft>
                          <a:spcPts val="0"/>
                        </a:spcAft>
                        <a:buNone/>
                      </a:pPr>
                      <a:r>
                        <a:rPr b="1" lang="en">
                          <a:solidFill>
                            <a:srgbClr val="1F1F1F"/>
                          </a:solidFill>
                          <a:latin typeface="Calibri"/>
                          <a:ea typeface="Calibri"/>
                          <a:cs typeface="Calibri"/>
                          <a:sym typeface="Calibri"/>
                        </a:rPr>
                        <a:t>Existing Tools:</a:t>
                      </a:r>
                      <a:r>
                        <a:rPr lang="en">
                          <a:solidFill>
                            <a:srgbClr val="1F1F1F"/>
                          </a:solidFill>
                          <a:latin typeface="Calibri"/>
                          <a:ea typeface="Calibri"/>
                          <a:cs typeface="Calibri"/>
                          <a:sym typeface="Calibri"/>
                        </a:rPr>
                        <a:t> </a:t>
                      </a:r>
                      <a:r>
                        <a:rPr i="1" lang="en">
                          <a:solidFill>
                            <a:srgbClr val="1F1F1F"/>
                          </a:solidFill>
                          <a:latin typeface="Calibri"/>
                          <a:ea typeface="Calibri"/>
                          <a:cs typeface="Calibri"/>
                          <a:sym typeface="Calibri"/>
                        </a:rPr>
                        <a:t>Glean, Kendra, Coveo.</a:t>
                      </a:r>
                      <a:r>
                        <a:rPr lang="en">
                          <a:solidFill>
                            <a:srgbClr val="1F1F1F"/>
                          </a:solidFill>
                          <a:latin typeface="Calibri"/>
                          <a:ea typeface="Calibri"/>
                          <a:cs typeface="Calibri"/>
                          <a:sym typeface="Calibri"/>
                        </a:rPr>
                        <a:t> (Search-first "Black Boxes" with limited reasoning).</a:t>
                      </a:r>
                      <a:endParaRPr>
                        <a:solidFill>
                          <a:srgbClr val="1F1F1F"/>
                        </a:solidFill>
                        <a:latin typeface="Calibri"/>
                        <a:ea typeface="Calibri"/>
                        <a:cs typeface="Calibri"/>
                        <a:sym typeface="Calibri"/>
                      </a:endParaRPr>
                    </a:p>
                  </a:txBody>
                  <a:tcPr marT="152400" marB="152400" marR="114300" marL="91425">
                    <a:lnL cap="flat" cmpd="sng" w="9525">
                      <a:solidFill>
                        <a:schemeClr val="lt1"/>
                      </a:solidFill>
                      <a:prstDash val="dot"/>
                      <a:round/>
                      <a:headEnd len="sm" w="sm" type="none"/>
                      <a:tailEnd len="sm" w="sm" type="none"/>
                    </a:lnL>
                    <a:lnR cap="flat" cmpd="sng" w="9525">
                      <a:solidFill>
                        <a:schemeClr val="lt1"/>
                      </a:solidFill>
                      <a:prstDash val="dot"/>
                      <a:round/>
                      <a:headEnd len="sm" w="sm" type="none"/>
                      <a:tailEnd len="sm" w="sm" type="none"/>
                    </a:lnR>
                    <a:lnT cap="flat" cmpd="sng" w="9525">
                      <a:solidFill>
                        <a:schemeClr val="lt1"/>
                      </a:solidFill>
                      <a:prstDash val="dot"/>
                      <a:round/>
                      <a:headEnd len="sm" w="sm" type="none"/>
                      <a:tailEnd len="sm" w="sm" type="none"/>
                    </a:lnT>
                    <a:lnB cap="flat" cmpd="sng" w="9525">
                      <a:solidFill>
                        <a:schemeClr val="lt1"/>
                      </a:solidFill>
                      <a:prstDash val="dot"/>
                      <a:round/>
                      <a:headEnd len="sm" w="sm" type="none"/>
                      <a:tailEnd len="sm" w="sm" type="none"/>
                    </a:lnB>
                  </a:tcPr>
                </a:tc>
                <a:tc>
                  <a:txBody>
                    <a:bodyPr/>
                    <a:lstStyle/>
                    <a:p>
                      <a:pPr indent="0" lvl="0" marL="0" rtl="0" algn="l">
                        <a:lnSpc>
                          <a:spcPct val="100000"/>
                        </a:lnSpc>
                        <a:spcBef>
                          <a:spcPts val="0"/>
                        </a:spcBef>
                        <a:spcAft>
                          <a:spcPts val="0"/>
                        </a:spcAft>
                        <a:buNone/>
                      </a:pPr>
                      <a:r>
                        <a:rPr b="1" lang="en">
                          <a:solidFill>
                            <a:srgbClr val="1F1F1F"/>
                          </a:solidFill>
                          <a:latin typeface="Calibri"/>
                          <a:ea typeface="Calibri"/>
                          <a:cs typeface="Calibri"/>
                          <a:sym typeface="Calibri"/>
                        </a:rPr>
                        <a:t>Compliance Vacuum:</a:t>
                      </a:r>
                      <a:r>
                        <a:rPr lang="en">
                          <a:solidFill>
                            <a:srgbClr val="1F1F1F"/>
                          </a:solidFill>
                          <a:latin typeface="Calibri"/>
                          <a:ea typeface="Calibri"/>
                          <a:cs typeface="Calibri"/>
                          <a:sym typeface="Calibri"/>
                        </a:rPr>
                        <a:t> Lack of auditable redaction aligned with </a:t>
                      </a:r>
                      <a:r>
                        <a:rPr b="1" lang="en">
                          <a:solidFill>
                            <a:srgbClr val="1F1F1F"/>
                          </a:solidFill>
                          <a:latin typeface="Calibri"/>
                          <a:ea typeface="Calibri"/>
                          <a:cs typeface="Calibri"/>
                          <a:sym typeface="Calibri"/>
                        </a:rPr>
                        <a:t>India's DPDP Act</a:t>
                      </a:r>
                      <a:r>
                        <a:rPr lang="en">
                          <a:solidFill>
                            <a:srgbClr val="1F1F1F"/>
                          </a:solidFill>
                          <a:latin typeface="Calibri"/>
                          <a:ea typeface="Calibri"/>
                          <a:cs typeface="Calibri"/>
                          <a:sym typeface="Calibri"/>
                        </a:rPr>
                        <a:t>.</a:t>
                      </a:r>
                      <a:endParaRPr>
                        <a:solidFill>
                          <a:srgbClr val="1F1F1F"/>
                        </a:solidFill>
                        <a:latin typeface="Calibri"/>
                        <a:ea typeface="Calibri"/>
                        <a:cs typeface="Calibri"/>
                        <a:sym typeface="Calibri"/>
                      </a:endParaRPr>
                    </a:p>
                  </a:txBody>
                  <a:tcPr marT="152400" marB="152400" marR="114300" marL="91425">
                    <a:lnL cap="flat" cmpd="sng" w="9525">
                      <a:solidFill>
                        <a:schemeClr val="lt1"/>
                      </a:solidFill>
                      <a:prstDash val="dot"/>
                      <a:round/>
                      <a:headEnd len="sm" w="sm" type="none"/>
                      <a:tailEnd len="sm" w="sm" type="none"/>
                    </a:lnL>
                    <a:lnR cap="flat" cmpd="sng" w="9525">
                      <a:solidFill>
                        <a:schemeClr val="lt1"/>
                      </a:solidFill>
                      <a:prstDash val="dot"/>
                      <a:round/>
                      <a:headEnd len="sm" w="sm" type="none"/>
                      <a:tailEnd len="sm" w="sm" type="none"/>
                    </a:lnR>
                    <a:lnT cap="flat" cmpd="sng" w="9525">
                      <a:solidFill>
                        <a:schemeClr val="lt1"/>
                      </a:solidFill>
                      <a:prstDash val="dot"/>
                      <a:round/>
                      <a:headEnd len="sm" w="sm" type="none"/>
                      <a:tailEnd len="sm" w="sm" type="none"/>
                    </a:lnT>
                    <a:lnB cap="flat" cmpd="sng" w="9525">
                      <a:solidFill>
                        <a:schemeClr val="lt1"/>
                      </a:solidFill>
                      <a:prstDash val="dot"/>
                      <a:round/>
                      <a:headEnd len="sm" w="sm" type="none"/>
                      <a:tailEnd len="sm" w="sm" type="none"/>
                    </a:lnB>
                  </a:tcPr>
                </a:tc>
                <a:tc>
                  <a:txBody>
                    <a:bodyPr/>
                    <a:lstStyle/>
                    <a:p>
                      <a:pPr indent="0" lvl="0" marL="0" rtl="0" algn="l">
                        <a:lnSpc>
                          <a:spcPct val="100000"/>
                        </a:lnSpc>
                        <a:spcBef>
                          <a:spcPts val="0"/>
                        </a:spcBef>
                        <a:spcAft>
                          <a:spcPts val="0"/>
                        </a:spcAft>
                        <a:buNone/>
                      </a:pPr>
                      <a:r>
                        <a:rPr b="1" lang="en">
                          <a:solidFill>
                            <a:srgbClr val="1F1F1F"/>
                          </a:solidFill>
                          <a:latin typeface="Calibri"/>
                          <a:ea typeface="Calibri"/>
                          <a:cs typeface="Calibri"/>
                          <a:sym typeface="Calibri"/>
                        </a:rPr>
                        <a:t>Agentic Workflow:</a:t>
                      </a:r>
                      <a:r>
                        <a:rPr lang="en">
                          <a:solidFill>
                            <a:srgbClr val="1F1F1F"/>
                          </a:solidFill>
                          <a:latin typeface="Calibri"/>
                          <a:ea typeface="Calibri"/>
                          <a:cs typeface="Calibri"/>
                          <a:sym typeface="Calibri"/>
                        </a:rPr>
                        <a:t> Built on </a:t>
                      </a:r>
                      <a:r>
                        <a:rPr b="1" lang="en">
                          <a:solidFill>
                            <a:srgbClr val="1F1F1F"/>
                          </a:solidFill>
                          <a:latin typeface="Calibri"/>
                          <a:ea typeface="Calibri"/>
                          <a:cs typeface="Calibri"/>
                          <a:sym typeface="Calibri"/>
                        </a:rPr>
                        <a:t>LangGraph</a:t>
                      </a:r>
                      <a:r>
                        <a:rPr lang="en">
                          <a:solidFill>
                            <a:srgbClr val="1F1F1F"/>
                          </a:solidFill>
                          <a:latin typeface="Calibri"/>
                          <a:ea typeface="Calibri"/>
                          <a:cs typeface="Calibri"/>
                          <a:sym typeface="Calibri"/>
                        </a:rPr>
                        <a:t> (ReAct pattern) for autonomous tool routing.</a:t>
                      </a:r>
                      <a:endParaRPr>
                        <a:solidFill>
                          <a:srgbClr val="1F1F1F"/>
                        </a:solidFill>
                        <a:latin typeface="Calibri"/>
                        <a:ea typeface="Calibri"/>
                        <a:cs typeface="Calibri"/>
                        <a:sym typeface="Calibri"/>
                      </a:endParaRPr>
                    </a:p>
                  </a:txBody>
                  <a:tcPr marT="152400" marB="152400" marR="91425" marL="91425">
                    <a:lnL cap="flat" cmpd="sng" w="9525">
                      <a:solidFill>
                        <a:schemeClr val="lt1"/>
                      </a:solidFill>
                      <a:prstDash val="dot"/>
                      <a:round/>
                      <a:headEnd len="sm" w="sm" type="none"/>
                      <a:tailEnd len="sm" w="sm" type="none"/>
                    </a:lnL>
                    <a:lnR cap="flat" cmpd="sng" w="9525">
                      <a:solidFill>
                        <a:schemeClr val="lt1"/>
                      </a:solidFill>
                      <a:prstDash val="dot"/>
                      <a:round/>
                      <a:headEnd len="sm" w="sm" type="none"/>
                      <a:tailEnd len="sm" w="sm" type="none"/>
                    </a:lnR>
                    <a:lnT cap="flat" cmpd="sng" w="9525">
                      <a:solidFill>
                        <a:schemeClr val="lt1"/>
                      </a:solidFill>
                      <a:prstDash val="dot"/>
                      <a:round/>
                      <a:headEnd len="sm" w="sm" type="none"/>
                      <a:tailEnd len="sm" w="sm" type="none"/>
                    </a:lnT>
                    <a:lnB cap="flat" cmpd="sng" w="9525">
                      <a:solidFill>
                        <a:schemeClr val="lt1"/>
                      </a:solidFill>
                      <a:prstDash val="dot"/>
                      <a:round/>
                      <a:headEnd len="sm" w="sm" type="none"/>
                      <a:tailEnd len="sm" w="sm" type="none"/>
                    </a:lnB>
                  </a:tcPr>
                </a:tc>
              </a:tr>
              <a:tr h="914425">
                <a:tc>
                  <a:txBody>
                    <a:bodyPr/>
                    <a:lstStyle/>
                    <a:p>
                      <a:pPr indent="0" lvl="0" marL="0" rtl="0" algn="l">
                        <a:lnSpc>
                          <a:spcPct val="100000"/>
                        </a:lnSpc>
                        <a:spcBef>
                          <a:spcPts val="0"/>
                        </a:spcBef>
                        <a:spcAft>
                          <a:spcPts val="0"/>
                        </a:spcAft>
                        <a:buNone/>
                      </a:pPr>
                      <a:r>
                        <a:t/>
                      </a:r>
                      <a:endParaRPr>
                        <a:latin typeface="Calibri"/>
                        <a:ea typeface="Calibri"/>
                        <a:cs typeface="Calibri"/>
                        <a:sym typeface="Calibri"/>
                      </a:endParaRPr>
                    </a:p>
                  </a:txBody>
                  <a:tcPr marT="152400" marB="152400" marR="114300" marL="91425">
                    <a:lnL cap="flat" cmpd="sng" w="9525">
                      <a:solidFill>
                        <a:schemeClr val="lt1"/>
                      </a:solidFill>
                      <a:prstDash val="dot"/>
                      <a:round/>
                      <a:headEnd len="sm" w="sm" type="none"/>
                      <a:tailEnd len="sm" w="sm" type="none"/>
                    </a:lnL>
                    <a:lnR cap="flat" cmpd="sng" w="9525">
                      <a:solidFill>
                        <a:schemeClr val="lt1"/>
                      </a:solidFill>
                      <a:prstDash val="dot"/>
                      <a:round/>
                      <a:headEnd len="sm" w="sm" type="none"/>
                      <a:tailEnd len="sm" w="sm" type="none"/>
                    </a:lnR>
                    <a:lnT cap="flat" cmpd="sng" w="9525">
                      <a:solidFill>
                        <a:schemeClr val="lt1"/>
                      </a:solidFill>
                      <a:prstDash val="dot"/>
                      <a:round/>
                      <a:headEnd len="sm" w="sm" type="none"/>
                      <a:tailEnd len="sm" w="sm" type="none"/>
                    </a:lnT>
                    <a:lnB cap="flat" cmpd="sng" w="9525">
                      <a:solidFill>
                        <a:schemeClr val="lt1"/>
                      </a:solidFill>
                      <a:prstDash val="dot"/>
                      <a:round/>
                      <a:headEnd len="sm" w="sm" type="none"/>
                      <a:tailEnd len="sm" w="sm" type="none"/>
                    </a:lnB>
                  </a:tcPr>
                </a:tc>
                <a:tc>
                  <a:txBody>
                    <a:bodyPr/>
                    <a:lstStyle/>
                    <a:p>
                      <a:pPr indent="0" lvl="0" marL="0" rtl="0" algn="l">
                        <a:lnSpc>
                          <a:spcPct val="100000"/>
                        </a:lnSpc>
                        <a:spcBef>
                          <a:spcPts val="0"/>
                        </a:spcBef>
                        <a:spcAft>
                          <a:spcPts val="0"/>
                        </a:spcAft>
                        <a:buNone/>
                      </a:pPr>
                      <a:r>
                        <a:t/>
                      </a:r>
                      <a:endParaRPr>
                        <a:latin typeface="Calibri"/>
                        <a:ea typeface="Calibri"/>
                        <a:cs typeface="Calibri"/>
                        <a:sym typeface="Calibri"/>
                      </a:endParaRPr>
                    </a:p>
                  </a:txBody>
                  <a:tcPr marT="152400" marB="152400" marR="114300" marL="91425">
                    <a:lnL cap="flat" cmpd="sng" w="9525">
                      <a:solidFill>
                        <a:schemeClr val="lt1"/>
                      </a:solidFill>
                      <a:prstDash val="dot"/>
                      <a:round/>
                      <a:headEnd len="sm" w="sm" type="none"/>
                      <a:tailEnd len="sm" w="sm" type="none"/>
                    </a:lnL>
                    <a:lnR cap="flat" cmpd="sng" w="9525">
                      <a:solidFill>
                        <a:schemeClr val="lt1"/>
                      </a:solidFill>
                      <a:prstDash val="dot"/>
                      <a:round/>
                      <a:headEnd len="sm" w="sm" type="none"/>
                      <a:tailEnd len="sm" w="sm" type="none"/>
                    </a:lnR>
                    <a:lnT cap="flat" cmpd="sng" w="9525">
                      <a:solidFill>
                        <a:schemeClr val="lt1"/>
                      </a:solidFill>
                      <a:prstDash val="dot"/>
                      <a:round/>
                      <a:headEnd len="sm" w="sm" type="none"/>
                      <a:tailEnd len="sm" w="sm" type="none"/>
                    </a:lnT>
                    <a:lnB cap="flat" cmpd="sng" w="9525">
                      <a:solidFill>
                        <a:schemeClr val="lt1"/>
                      </a:solidFill>
                      <a:prstDash val="dot"/>
                      <a:round/>
                      <a:headEnd len="sm" w="sm" type="none"/>
                      <a:tailEnd len="sm" w="sm" type="none"/>
                    </a:lnB>
                  </a:tcPr>
                </a:tc>
                <a:tc>
                  <a:txBody>
                    <a:bodyPr/>
                    <a:lstStyle/>
                    <a:p>
                      <a:pPr indent="0" lvl="0" marL="0" rtl="0" algn="l">
                        <a:lnSpc>
                          <a:spcPct val="100000"/>
                        </a:lnSpc>
                        <a:spcBef>
                          <a:spcPts val="0"/>
                        </a:spcBef>
                        <a:spcAft>
                          <a:spcPts val="0"/>
                        </a:spcAft>
                        <a:buNone/>
                      </a:pPr>
                      <a:r>
                        <a:rPr b="1" lang="en">
                          <a:solidFill>
                            <a:srgbClr val="1F1F1F"/>
                          </a:solidFill>
                          <a:latin typeface="Calibri"/>
                          <a:ea typeface="Calibri"/>
                          <a:cs typeface="Calibri"/>
                          <a:sym typeface="Calibri"/>
                        </a:rPr>
                        <a:t>BGE-Reranker:</a:t>
                      </a:r>
                      <a:r>
                        <a:rPr lang="en">
                          <a:solidFill>
                            <a:srgbClr val="1F1F1F"/>
                          </a:solidFill>
                          <a:latin typeface="Calibri"/>
                          <a:ea typeface="Calibri"/>
                          <a:cs typeface="Calibri"/>
                          <a:sym typeface="Calibri"/>
                        </a:rPr>
                        <a:t> Precision accuracy; </a:t>
                      </a:r>
                      <a:r>
                        <a:rPr b="1" lang="en">
                          <a:solidFill>
                            <a:srgbClr val="1F1F1F"/>
                          </a:solidFill>
                          <a:latin typeface="Calibri"/>
                          <a:ea typeface="Calibri"/>
                          <a:cs typeface="Calibri"/>
                          <a:sym typeface="Calibri"/>
                        </a:rPr>
                        <a:t>Verified Citations</a:t>
                      </a:r>
                      <a:r>
                        <a:rPr lang="en">
                          <a:solidFill>
                            <a:srgbClr val="1F1F1F"/>
                          </a:solidFill>
                          <a:latin typeface="Calibri"/>
                          <a:ea typeface="Calibri"/>
                          <a:cs typeface="Calibri"/>
                          <a:sym typeface="Calibri"/>
                        </a:rPr>
                        <a:t> via metadata tracking.</a:t>
                      </a:r>
                      <a:endParaRPr>
                        <a:solidFill>
                          <a:srgbClr val="1F1F1F"/>
                        </a:solidFill>
                        <a:latin typeface="Calibri"/>
                        <a:ea typeface="Calibri"/>
                        <a:cs typeface="Calibri"/>
                        <a:sym typeface="Calibri"/>
                      </a:endParaRPr>
                    </a:p>
                  </a:txBody>
                  <a:tcPr marT="152400" marB="152400" marR="91425" marL="91425">
                    <a:lnL cap="flat" cmpd="sng" w="9525">
                      <a:solidFill>
                        <a:schemeClr val="lt1"/>
                      </a:solidFill>
                      <a:prstDash val="dot"/>
                      <a:round/>
                      <a:headEnd len="sm" w="sm" type="none"/>
                      <a:tailEnd len="sm" w="sm" type="none"/>
                    </a:lnL>
                    <a:lnR cap="flat" cmpd="sng" w="9525">
                      <a:solidFill>
                        <a:schemeClr val="lt1"/>
                      </a:solidFill>
                      <a:prstDash val="dot"/>
                      <a:round/>
                      <a:headEnd len="sm" w="sm" type="none"/>
                      <a:tailEnd len="sm" w="sm" type="none"/>
                    </a:lnR>
                    <a:lnT cap="flat" cmpd="sng" w="9525">
                      <a:solidFill>
                        <a:schemeClr val="lt1"/>
                      </a:solidFill>
                      <a:prstDash val="dot"/>
                      <a:round/>
                      <a:headEnd len="sm" w="sm" type="none"/>
                      <a:tailEnd len="sm" w="sm" type="none"/>
                    </a:lnT>
                    <a:lnB cap="flat" cmpd="sng" w="9525">
                      <a:solidFill>
                        <a:schemeClr val="lt1"/>
                      </a:solidFill>
                      <a:prstDash val="dot"/>
                      <a:round/>
                      <a:headEnd len="sm" w="sm" type="none"/>
                      <a:tailEnd len="sm" w="sm" type="none"/>
                    </a:lnB>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5" name="Shape 165"/>
        <p:cNvGrpSpPr/>
        <p:nvPr/>
      </p:nvGrpSpPr>
      <p:grpSpPr>
        <a:xfrm>
          <a:off x="0" y="0"/>
          <a:ext cx="0" cy="0"/>
          <a:chOff x="0" y="0"/>
          <a:chExt cx="0" cy="0"/>
        </a:xfrm>
      </p:grpSpPr>
      <p:sp>
        <p:nvSpPr>
          <p:cNvPr id="166" name="Google Shape;166;p30"/>
          <p:cNvSpPr/>
          <p:nvPr/>
        </p:nvSpPr>
        <p:spPr>
          <a:xfrm>
            <a:off x="0" y="0"/>
            <a:ext cx="9144000" cy="749700"/>
          </a:xfrm>
          <a:prstGeom prst="rect">
            <a:avLst/>
          </a:prstGeom>
          <a:solidFill>
            <a:srgbClr val="58121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t/>
            </a:r>
            <a:endParaRPr b="1" sz="1600">
              <a:solidFill>
                <a:srgbClr val="FFFFFF"/>
              </a:solidFill>
              <a:latin typeface="Calibri"/>
              <a:ea typeface="Calibri"/>
              <a:cs typeface="Calibri"/>
              <a:sym typeface="Calibri"/>
            </a:endParaRPr>
          </a:p>
        </p:txBody>
      </p:sp>
      <p:sp>
        <p:nvSpPr>
          <p:cNvPr id="167" name="Google Shape;167;p30"/>
          <p:cNvSpPr txBox="1"/>
          <p:nvPr/>
        </p:nvSpPr>
        <p:spPr>
          <a:xfrm>
            <a:off x="163900" y="205500"/>
            <a:ext cx="8775000" cy="400200"/>
          </a:xfrm>
          <a:prstGeom prst="rect">
            <a:avLst/>
          </a:prstGeom>
          <a:noFill/>
          <a:ln>
            <a:noFill/>
          </a:ln>
        </p:spPr>
        <p:txBody>
          <a:bodyPr anchorCtr="0" anchor="t" bIns="45700" lIns="91425" spcFirstLastPara="1" rIns="91425" wrap="square" tIns="45700">
            <a:spAutoFit/>
          </a:bodyPr>
          <a:lstStyle/>
          <a:p>
            <a:pPr indent="0" lvl="0" marL="0" rtl="0" algn="l">
              <a:lnSpc>
                <a:spcPct val="140016"/>
              </a:lnSpc>
              <a:spcBef>
                <a:spcPts val="0"/>
              </a:spcBef>
              <a:spcAft>
                <a:spcPts val="0"/>
              </a:spcAft>
              <a:buClr>
                <a:schemeClr val="dk1"/>
              </a:buClr>
              <a:buFont typeface="Arial"/>
              <a:buNone/>
            </a:pPr>
            <a:r>
              <a:rPr b="1" lang="en" sz="2000">
                <a:solidFill>
                  <a:schemeClr val="lt1"/>
                </a:solidFill>
                <a:latin typeface="Calibri"/>
                <a:ea typeface="Calibri"/>
                <a:cs typeface="Calibri"/>
                <a:sym typeface="Calibri"/>
              </a:rPr>
              <a:t>Proposed Solution Approach</a:t>
            </a:r>
            <a:endParaRPr b="1" sz="2000">
              <a:solidFill>
                <a:schemeClr val="lt1"/>
              </a:solidFill>
              <a:latin typeface="Calibri"/>
              <a:ea typeface="Calibri"/>
              <a:cs typeface="Calibri"/>
              <a:sym typeface="Calibri"/>
            </a:endParaRPr>
          </a:p>
        </p:txBody>
      </p:sp>
      <p:sp>
        <p:nvSpPr>
          <p:cNvPr id="168" name="Google Shape;168;p30"/>
          <p:cNvSpPr txBox="1"/>
          <p:nvPr/>
        </p:nvSpPr>
        <p:spPr>
          <a:xfrm>
            <a:off x="163900" y="850200"/>
            <a:ext cx="8775000" cy="4186800"/>
          </a:xfrm>
          <a:prstGeom prst="rect">
            <a:avLst/>
          </a:prstGeom>
          <a:noFill/>
          <a:ln>
            <a:noFill/>
          </a:ln>
        </p:spPr>
        <p:txBody>
          <a:bodyPr anchorCtr="0" anchor="t" bIns="91425" lIns="91425" spcFirstLastPara="1" rIns="91425" wrap="square" tIns="91425">
            <a:spAutoFit/>
          </a:bodyPr>
          <a:lstStyle/>
          <a:p>
            <a:pPr indent="0" lvl="0" marL="0" rtl="0" algn="just">
              <a:lnSpc>
                <a:spcPct val="130000"/>
              </a:lnSpc>
              <a:spcBef>
                <a:spcPts val="0"/>
              </a:spcBef>
              <a:spcAft>
                <a:spcPts val="0"/>
              </a:spcAft>
              <a:buNone/>
            </a:pPr>
            <a:r>
              <a:rPr b="1" lang="en" sz="1500">
                <a:solidFill>
                  <a:srgbClr val="1B1B27"/>
                </a:solidFill>
                <a:latin typeface="Calibri"/>
                <a:ea typeface="Calibri"/>
                <a:cs typeface="Calibri"/>
                <a:sym typeface="Calibri"/>
              </a:rPr>
              <a:t>Solution Overview</a:t>
            </a:r>
            <a:endParaRPr sz="1100">
              <a:solidFill>
                <a:schemeClr val="dk1"/>
              </a:solidFill>
            </a:endParaRPr>
          </a:p>
          <a:p>
            <a:pPr indent="0" lvl="0" marL="0" rtl="0" algn="just">
              <a:lnSpc>
                <a:spcPct val="130000"/>
              </a:lnSpc>
              <a:spcBef>
                <a:spcPts val="0"/>
              </a:spcBef>
              <a:spcAft>
                <a:spcPts val="0"/>
              </a:spcAft>
              <a:buClr>
                <a:schemeClr val="dk1"/>
              </a:buClr>
              <a:buSzPts val="1100"/>
              <a:buFont typeface="Arial"/>
              <a:buNone/>
            </a:pPr>
            <a:r>
              <a:rPr lang="en" sz="1300">
                <a:solidFill>
                  <a:srgbClr val="404155"/>
                </a:solidFill>
                <a:latin typeface="Calibri"/>
                <a:ea typeface="Calibri"/>
                <a:cs typeface="Calibri"/>
                <a:sym typeface="Calibri"/>
              </a:rPr>
              <a:t>A stateful </a:t>
            </a:r>
            <a:r>
              <a:rPr b="1" lang="en" sz="1300">
                <a:solidFill>
                  <a:srgbClr val="404155"/>
                </a:solidFill>
                <a:latin typeface="Calibri"/>
                <a:ea typeface="Calibri"/>
                <a:cs typeface="Calibri"/>
                <a:sym typeface="Calibri"/>
              </a:rPr>
              <a:t>Agentic system</a:t>
            </a:r>
            <a:r>
              <a:rPr lang="en" sz="1300">
                <a:solidFill>
                  <a:srgbClr val="404155"/>
                </a:solidFill>
                <a:latin typeface="Calibri"/>
                <a:ea typeface="Calibri"/>
                <a:cs typeface="Calibri"/>
                <a:sym typeface="Calibri"/>
              </a:rPr>
              <a:t> built on LangGraph using the ReAct pattern. Moving beyond Naive RAG, our Agent reasons to select the best tool (Search, Lookup, or Summarize) while utilizing auditable layers for PII redaction and reranking.</a:t>
            </a:r>
            <a:endParaRPr sz="1100">
              <a:solidFill>
                <a:schemeClr val="dk1"/>
              </a:solidFill>
            </a:endParaRPr>
          </a:p>
          <a:p>
            <a:pPr indent="0" lvl="0" marL="0" rtl="0" algn="just">
              <a:lnSpc>
                <a:spcPct val="130000"/>
              </a:lnSpc>
              <a:spcBef>
                <a:spcPts val="0"/>
              </a:spcBef>
              <a:spcAft>
                <a:spcPts val="0"/>
              </a:spcAft>
              <a:buClr>
                <a:schemeClr val="dk1"/>
              </a:buClr>
              <a:buFont typeface="Arial"/>
              <a:buNone/>
            </a:pPr>
            <a:r>
              <a:rPr b="1" lang="en" sz="1500">
                <a:solidFill>
                  <a:srgbClr val="1B1B27"/>
                </a:solidFill>
                <a:latin typeface="Calibri"/>
                <a:ea typeface="Calibri"/>
                <a:cs typeface="Calibri"/>
                <a:sym typeface="Calibri"/>
              </a:rPr>
              <a:t>Key Layers</a:t>
            </a:r>
            <a:endParaRPr b="1" sz="1500">
              <a:solidFill>
                <a:srgbClr val="1B1B27"/>
              </a:solidFill>
              <a:latin typeface="Calibri"/>
              <a:ea typeface="Calibri"/>
              <a:cs typeface="Calibri"/>
              <a:sym typeface="Calibri"/>
            </a:endParaRPr>
          </a:p>
          <a:p>
            <a:pPr indent="-311150" lvl="0" marL="457200" rtl="0" algn="just">
              <a:lnSpc>
                <a:spcPct val="130000"/>
              </a:lnSpc>
              <a:spcBef>
                <a:spcPts val="0"/>
              </a:spcBef>
              <a:spcAft>
                <a:spcPts val="0"/>
              </a:spcAft>
              <a:buClr>
                <a:srgbClr val="404155"/>
              </a:buClr>
              <a:buSzPts val="1300"/>
              <a:buFont typeface="Calibri"/>
              <a:buChar char="●"/>
            </a:pPr>
            <a:r>
              <a:rPr b="1" lang="en" sz="1300">
                <a:solidFill>
                  <a:srgbClr val="404155"/>
                </a:solidFill>
                <a:latin typeface="Calibri"/>
                <a:ea typeface="Calibri"/>
                <a:cs typeface="Calibri"/>
                <a:sym typeface="Calibri"/>
              </a:rPr>
              <a:t>Data Ingestion</a:t>
            </a:r>
            <a:r>
              <a:rPr lang="en" sz="1300">
                <a:solidFill>
                  <a:srgbClr val="404155"/>
                </a:solidFill>
                <a:latin typeface="Calibri"/>
                <a:ea typeface="Calibri"/>
                <a:cs typeface="Calibri"/>
                <a:sym typeface="Calibri"/>
              </a:rPr>
              <a:t>: Documents are parsed, chunked, embedded, and stored in a vector database with metadata for traceable retrieval.</a:t>
            </a:r>
            <a:endParaRPr sz="1300">
              <a:solidFill>
                <a:srgbClr val="404155"/>
              </a:solidFill>
              <a:latin typeface="Calibri"/>
              <a:ea typeface="Calibri"/>
              <a:cs typeface="Calibri"/>
              <a:sym typeface="Calibri"/>
            </a:endParaRPr>
          </a:p>
          <a:p>
            <a:pPr indent="-311150" lvl="0" marL="457200" rtl="0" algn="just">
              <a:lnSpc>
                <a:spcPct val="130000"/>
              </a:lnSpc>
              <a:spcBef>
                <a:spcPts val="0"/>
              </a:spcBef>
              <a:spcAft>
                <a:spcPts val="0"/>
              </a:spcAft>
              <a:buClr>
                <a:srgbClr val="404155"/>
              </a:buClr>
              <a:buSzPts val="1300"/>
              <a:buFont typeface="Calibri"/>
              <a:buChar char="●"/>
            </a:pPr>
            <a:r>
              <a:rPr b="1" lang="en" sz="1300">
                <a:solidFill>
                  <a:srgbClr val="404155"/>
                </a:solidFill>
                <a:latin typeface="Calibri"/>
                <a:ea typeface="Calibri"/>
                <a:cs typeface="Calibri"/>
                <a:sym typeface="Calibri"/>
              </a:rPr>
              <a:t>Agentic Reasoning:</a:t>
            </a:r>
            <a:r>
              <a:rPr lang="en" sz="1300">
                <a:solidFill>
                  <a:srgbClr val="404155"/>
                </a:solidFill>
                <a:latin typeface="Calibri"/>
                <a:ea typeface="Calibri"/>
                <a:cs typeface="Calibri"/>
                <a:sym typeface="Calibri"/>
              </a:rPr>
              <a:t> A LangGraph orchestrator selects the right tool for each query, such as document search, ticket lookup, or summarization.</a:t>
            </a:r>
            <a:endParaRPr sz="1300">
              <a:solidFill>
                <a:srgbClr val="404155"/>
              </a:solidFill>
              <a:latin typeface="Calibri"/>
              <a:ea typeface="Calibri"/>
              <a:cs typeface="Calibri"/>
              <a:sym typeface="Calibri"/>
            </a:endParaRPr>
          </a:p>
          <a:p>
            <a:pPr indent="-311150" lvl="0" marL="457200" rtl="0" algn="just">
              <a:lnSpc>
                <a:spcPct val="130000"/>
              </a:lnSpc>
              <a:spcBef>
                <a:spcPts val="0"/>
              </a:spcBef>
              <a:spcAft>
                <a:spcPts val="0"/>
              </a:spcAft>
              <a:buClr>
                <a:srgbClr val="404155"/>
              </a:buClr>
              <a:buSzPts val="1300"/>
              <a:buFont typeface="Calibri"/>
              <a:buChar char="●"/>
            </a:pPr>
            <a:r>
              <a:rPr b="1" lang="en" sz="1300">
                <a:solidFill>
                  <a:srgbClr val="404155"/>
                </a:solidFill>
                <a:latin typeface="Calibri"/>
                <a:ea typeface="Calibri"/>
                <a:cs typeface="Calibri"/>
                <a:sym typeface="Calibri"/>
              </a:rPr>
              <a:t>Retrieval &amp; Reranking:</a:t>
            </a:r>
            <a:r>
              <a:rPr lang="en" sz="1300">
                <a:solidFill>
                  <a:srgbClr val="404155"/>
                </a:solidFill>
                <a:latin typeface="Calibri"/>
                <a:ea typeface="Calibri"/>
                <a:cs typeface="Calibri"/>
                <a:sym typeface="Calibri"/>
              </a:rPr>
              <a:t> Vector search finds candidate chunks, then BGE-Reranker prioritizes the most relevant results before generation.</a:t>
            </a:r>
            <a:endParaRPr sz="1300">
              <a:solidFill>
                <a:srgbClr val="404155"/>
              </a:solidFill>
              <a:latin typeface="Calibri"/>
              <a:ea typeface="Calibri"/>
              <a:cs typeface="Calibri"/>
              <a:sym typeface="Calibri"/>
            </a:endParaRPr>
          </a:p>
          <a:p>
            <a:pPr indent="-311150" lvl="0" marL="457200" rtl="0" algn="just">
              <a:lnSpc>
                <a:spcPct val="130000"/>
              </a:lnSpc>
              <a:spcBef>
                <a:spcPts val="0"/>
              </a:spcBef>
              <a:spcAft>
                <a:spcPts val="0"/>
              </a:spcAft>
              <a:buClr>
                <a:srgbClr val="404155"/>
              </a:buClr>
              <a:buSzPts val="1300"/>
              <a:buFont typeface="Calibri"/>
              <a:buChar char="●"/>
            </a:pPr>
            <a:r>
              <a:rPr b="1" lang="en" sz="1300">
                <a:solidFill>
                  <a:srgbClr val="404155"/>
                </a:solidFill>
                <a:latin typeface="Calibri"/>
                <a:ea typeface="Calibri"/>
                <a:cs typeface="Calibri"/>
                <a:sym typeface="Calibri"/>
              </a:rPr>
              <a:t>Generation &amp; Guardrails:</a:t>
            </a:r>
            <a:r>
              <a:rPr lang="en" sz="1300">
                <a:solidFill>
                  <a:srgbClr val="404155"/>
                </a:solidFill>
                <a:latin typeface="Calibri"/>
                <a:ea typeface="Calibri"/>
                <a:cs typeface="Calibri"/>
                <a:sym typeface="Calibri"/>
              </a:rPr>
              <a:t> The model returns grounded answers with inline citations, or “Answer not found” when confidence is too low.</a:t>
            </a:r>
            <a:endParaRPr sz="1300">
              <a:solidFill>
                <a:srgbClr val="404155"/>
              </a:solidFill>
              <a:latin typeface="Calibri"/>
              <a:ea typeface="Calibri"/>
              <a:cs typeface="Calibri"/>
              <a:sym typeface="Calibri"/>
            </a:endParaRPr>
          </a:p>
          <a:p>
            <a:pPr indent="0" lvl="0" marL="0" rtl="0" algn="just">
              <a:lnSpc>
                <a:spcPct val="130000"/>
              </a:lnSpc>
              <a:spcBef>
                <a:spcPts val="0"/>
              </a:spcBef>
              <a:spcAft>
                <a:spcPts val="0"/>
              </a:spcAft>
              <a:buNone/>
            </a:pPr>
            <a:r>
              <a:rPr b="1" lang="en" sz="1500">
                <a:solidFill>
                  <a:srgbClr val="1B1B27"/>
                </a:solidFill>
                <a:latin typeface="Calibri"/>
                <a:ea typeface="Calibri"/>
                <a:cs typeface="Calibri"/>
                <a:sym typeface="Calibri"/>
              </a:rPr>
              <a:t>Dependencies:</a:t>
            </a:r>
            <a:r>
              <a:rPr lang="en" sz="1300">
                <a:solidFill>
                  <a:srgbClr val="404155"/>
                </a:solidFill>
                <a:latin typeface="Calibri"/>
                <a:ea typeface="Calibri"/>
                <a:cs typeface="Calibri"/>
                <a:sym typeface="Calibri"/>
              </a:rPr>
              <a:t> Data Access &amp; Quality, Model Availability, Infrastructure.</a:t>
            </a:r>
            <a:endParaRPr sz="1300">
              <a:solidFill>
                <a:srgbClr val="404155"/>
              </a:solidFill>
              <a:latin typeface="Calibri"/>
              <a:ea typeface="Calibri"/>
              <a:cs typeface="Calibri"/>
              <a:sym typeface="Calibri"/>
            </a:endParaRPr>
          </a:p>
          <a:p>
            <a:pPr indent="0" lvl="0" marL="0" rtl="0" algn="just">
              <a:lnSpc>
                <a:spcPct val="130000"/>
              </a:lnSpc>
              <a:spcBef>
                <a:spcPts val="0"/>
              </a:spcBef>
              <a:spcAft>
                <a:spcPts val="0"/>
              </a:spcAft>
              <a:buClr>
                <a:schemeClr val="dk1"/>
              </a:buClr>
              <a:buSzPts val="1100"/>
              <a:buFont typeface="Arial"/>
              <a:buNone/>
            </a:pPr>
            <a:r>
              <a:rPr b="1" lang="en" sz="1500">
                <a:solidFill>
                  <a:srgbClr val="1B1B27"/>
                </a:solidFill>
                <a:latin typeface="Calibri"/>
                <a:ea typeface="Calibri"/>
                <a:cs typeface="Calibri"/>
                <a:sym typeface="Calibri"/>
              </a:rPr>
              <a:t>Assumptions: </a:t>
            </a:r>
            <a:r>
              <a:rPr lang="en" sz="1300">
                <a:solidFill>
                  <a:srgbClr val="404155"/>
                </a:solidFill>
                <a:latin typeface="Calibri"/>
                <a:ea typeface="Calibri"/>
                <a:cs typeface="Calibri"/>
                <a:sym typeface="Calibri"/>
              </a:rPr>
              <a:t>Document Readability, English Language Primary, Stable Schema, Historical tickets contain valid "Resolution" data.</a:t>
            </a:r>
            <a:endParaRPr b="1" sz="1100">
              <a:solidFill>
                <a:srgbClr val="1F1F1F"/>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3" name="Shape 173"/>
        <p:cNvGrpSpPr/>
        <p:nvPr/>
      </p:nvGrpSpPr>
      <p:grpSpPr>
        <a:xfrm>
          <a:off x="0" y="0"/>
          <a:ext cx="0" cy="0"/>
          <a:chOff x="0" y="0"/>
          <a:chExt cx="0" cy="0"/>
        </a:xfrm>
      </p:grpSpPr>
      <p:sp>
        <p:nvSpPr>
          <p:cNvPr id="174" name="Google Shape;174;p31"/>
          <p:cNvSpPr/>
          <p:nvPr/>
        </p:nvSpPr>
        <p:spPr>
          <a:xfrm>
            <a:off x="0" y="0"/>
            <a:ext cx="9144000" cy="749700"/>
          </a:xfrm>
          <a:prstGeom prst="rect">
            <a:avLst/>
          </a:prstGeom>
          <a:solidFill>
            <a:srgbClr val="58121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t/>
            </a:r>
            <a:endParaRPr b="1" sz="1600">
              <a:solidFill>
                <a:srgbClr val="FFFFFF"/>
              </a:solidFill>
              <a:latin typeface="Calibri"/>
              <a:ea typeface="Calibri"/>
              <a:cs typeface="Calibri"/>
              <a:sym typeface="Calibri"/>
            </a:endParaRPr>
          </a:p>
        </p:txBody>
      </p:sp>
      <p:sp>
        <p:nvSpPr>
          <p:cNvPr id="175" name="Google Shape;175;p31"/>
          <p:cNvSpPr txBox="1"/>
          <p:nvPr/>
        </p:nvSpPr>
        <p:spPr>
          <a:xfrm>
            <a:off x="163900" y="205500"/>
            <a:ext cx="8775000" cy="400200"/>
          </a:xfrm>
          <a:prstGeom prst="rect">
            <a:avLst/>
          </a:prstGeom>
          <a:noFill/>
          <a:ln>
            <a:noFill/>
          </a:ln>
        </p:spPr>
        <p:txBody>
          <a:bodyPr anchorCtr="0" anchor="t" bIns="45700" lIns="91425" spcFirstLastPara="1" rIns="91425" wrap="square" tIns="45700">
            <a:spAutoFit/>
          </a:bodyPr>
          <a:lstStyle/>
          <a:p>
            <a:pPr indent="0" lvl="0" marL="0" rtl="0" algn="l">
              <a:lnSpc>
                <a:spcPct val="140016"/>
              </a:lnSpc>
              <a:spcBef>
                <a:spcPts val="0"/>
              </a:spcBef>
              <a:spcAft>
                <a:spcPts val="0"/>
              </a:spcAft>
              <a:buClr>
                <a:schemeClr val="dk1"/>
              </a:buClr>
              <a:buFont typeface="Arial"/>
              <a:buNone/>
            </a:pPr>
            <a:r>
              <a:rPr b="1" lang="en" sz="2000">
                <a:solidFill>
                  <a:schemeClr val="lt1"/>
                </a:solidFill>
                <a:latin typeface="Calibri"/>
                <a:ea typeface="Calibri"/>
                <a:cs typeface="Calibri"/>
                <a:sym typeface="Calibri"/>
              </a:rPr>
              <a:t>High-Level Solution Design</a:t>
            </a:r>
            <a:endParaRPr b="1" sz="2000">
              <a:solidFill>
                <a:schemeClr val="lt1"/>
              </a:solidFill>
              <a:latin typeface="Calibri"/>
              <a:ea typeface="Calibri"/>
              <a:cs typeface="Calibri"/>
              <a:sym typeface="Calibri"/>
            </a:endParaRPr>
          </a:p>
        </p:txBody>
      </p:sp>
      <p:pic>
        <p:nvPicPr>
          <p:cNvPr id="176" name="Google Shape;176;p31"/>
          <p:cNvPicPr preferRelativeResize="0"/>
          <p:nvPr/>
        </p:nvPicPr>
        <p:blipFill>
          <a:blip r:embed="rId3">
            <a:alphaModFix/>
          </a:blip>
          <a:stretch>
            <a:fillRect/>
          </a:stretch>
        </p:blipFill>
        <p:spPr>
          <a:xfrm>
            <a:off x="2396127" y="4579725"/>
            <a:ext cx="1048825" cy="352316"/>
          </a:xfrm>
          <a:prstGeom prst="rect">
            <a:avLst/>
          </a:prstGeom>
          <a:noFill/>
          <a:ln>
            <a:noFill/>
          </a:ln>
        </p:spPr>
      </p:pic>
      <p:pic>
        <p:nvPicPr>
          <p:cNvPr id="177" name="Google Shape;177;p31"/>
          <p:cNvPicPr preferRelativeResize="0"/>
          <p:nvPr/>
        </p:nvPicPr>
        <p:blipFill>
          <a:blip r:embed="rId4">
            <a:alphaModFix/>
          </a:blip>
          <a:stretch>
            <a:fillRect/>
          </a:stretch>
        </p:blipFill>
        <p:spPr>
          <a:xfrm>
            <a:off x="170250" y="4349250"/>
            <a:ext cx="813298" cy="813275"/>
          </a:xfrm>
          <a:prstGeom prst="rect">
            <a:avLst/>
          </a:prstGeom>
          <a:noFill/>
          <a:ln>
            <a:noFill/>
          </a:ln>
        </p:spPr>
      </p:pic>
      <p:pic>
        <p:nvPicPr>
          <p:cNvPr id="178" name="Google Shape;178;p31"/>
          <p:cNvPicPr preferRelativeResize="0"/>
          <p:nvPr/>
        </p:nvPicPr>
        <p:blipFill>
          <a:blip r:embed="rId5">
            <a:alphaModFix/>
          </a:blip>
          <a:stretch>
            <a:fillRect/>
          </a:stretch>
        </p:blipFill>
        <p:spPr>
          <a:xfrm>
            <a:off x="1406775" y="4317499"/>
            <a:ext cx="495300" cy="495277"/>
          </a:xfrm>
          <a:prstGeom prst="rect">
            <a:avLst/>
          </a:prstGeom>
          <a:noFill/>
          <a:ln>
            <a:noFill/>
          </a:ln>
        </p:spPr>
      </p:pic>
      <p:sp>
        <p:nvSpPr>
          <p:cNvPr id="179" name="Google Shape;179;p31"/>
          <p:cNvSpPr txBox="1"/>
          <p:nvPr/>
        </p:nvSpPr>
        <p:spPr>
          <a:xfrm>
            <a:off x="999725" y="4739125"/>
            <a:ext cx="1360500" cy="384900"/>
          </a:xfrm>
          <a:prstGeom prst="rect">
            <a:avLst/>
          </a:prstGeom>
          <a:noFill/>
          <a:ln>
            <a:noFill/>
          </a:ln>
        </p:spPr>
        <p:txBody>
          <a:bodyPr anchorCtr="0" anchor="t" bIns="91425" lIns="91425" spcFirstLastPara="1" rIns="91425" wrap="square" tIns="91425">
            <a:spAutoFit/>
          </a:bodyPr>
          <a:lstStyle/>
          <a:p>
            <a:pPr indent="0" lvl="0" marL="0" rtl="0" algn="l">
              <a:lnSpc>
                <a:spcPct val="130000"/>
              </a:lnSpc>
              <a:spcBef>
                <a:spcPts val="0"/>
              </a:spcBef>
              <a:spcAft>
                <a:spcPts val="0"/>
              </a:spcAft>
              <a:buNone/>
            </a:pPr>
            <a:r>
              <a:rPr b="1" lang="en" sz="1300">
                <a:solidFill>
                  <a:srgbClr val="404155"/>
                </a:solidFill>
                <a:latin typeface="Calibri"/>
                <a:ea typeface="Calibri"/>
                <a:cs typeface="Calibri"/>
                <a:sym typeface="Calibri"/>
              </a:rPr>
              <a:t>all-MiniLM-L6-v2</a:t>
            </a:r>
            <a:endParaRPr b="1" sz="1100"/>
          </a:p>
        </p:txBody>
      </p:sp>
      <p:pic>
        <p:nvPicPr>
          <p:cNvPr id="180" name="Google Shape;180;p31"/>
          <p:cNvPicPr preferRelativeResize="0"/>
          <p:nvPr/>
        </p:nvPicPr>
        <p:blipFill>
          <a:blip r:embed="rId6">
            <a:alphaModFix/>
          </a:blip>
          <a:stretch>
            <a:fillRect/>
          </a:stretch>
        </p:blipFill>
        <p:spPr>
          <a:xfrm>
            <a:off x="3731531" y="4374637"/>
            <a:ext cx="495299" cy="495299"/>
          </a:xfrm>
          <a:prstGeom prst="rect">
            <a:avLst/>
          </a:prstGeom>
          <a:noFill/>
          <a:ln>
            <a:noFill/>
          </a:ln>
        </p:spPr>
      </p:pic>
      <p:sp>
        <p:nvSpPr>
          <p:cNvPr id="181" name="Google Shape;181;p31"/>
          <p:cNvSpPr txBox="1"/>
          <p:nvPr/>
        </p:nvSpPr>
        <p:spPr>
          <a:xfrm>
            <a:off x="3492081" y="4739124"/>
            <a:ext cx="1246200" cy="384900"/>
          </a:xfrm>
          <a:prstGeom prst="rect">
            <a:avLst/>
          </a:prstGeom>
          <a:noFill/>
          <a:ln>
            <a:noFill/>
          </a:ln>
        </p:spPr>
        <p:txBody>
          <a:bodyPr anchorCtr="0" anchor="t" bIns="91425" lIns="91425" spcFirstLastPara="1" rIns="91425" wrap="square" tIns="91425">
            <a:spAutoFit/>
          </a:bodyPr>
          <a:lstStyle/>
          <a:p>
            <a:pPr indent="0" lvl="0" marL="0" rtl="0" algn="l">
              <a:lnSpc>
                <a:spcPct val="130000"/>
              </a:lnSpc>
              <a:spcBef>
                <a:spcPts val="0"/>
              </a:spcBef>
              <a:spcAft>
                <a:spcPts val="0"/>
              </a:spcAft>
              <a:buNone/>
            </a:pPr>
            <a:r>
              <a:rPr b="1" lang="en" sz="1300">
                <a:solidFill>
                  <a:srgbClr val="404155"/>
                </a:solidFill>
                <a:latin typeface="Calibri"/>
                <a:ea typeface="Calibri"/>
                <a:cs typeface="Calibri"/>
                <a:sym typeface="Calibri"/>
              </a:rPr>
              <a:t>BGE-Reranker</a:t>
            </a:r>
            <a:endParaRPr b="1" sz="1300"/>
          </a:p>
        </p:txBody>
      </p:sp>
      <p:pic>
        <p:nvPicPr>
          <p:cNvPr id="182" name="Google Shape;182;p31"/>
          <p:cNvPicPr preferRelativeResize="0"/>
          <p:nvPr/>
        </p:nvPicPr>
        <p:blipFill>
          <a:blip r:embed="rId7">
            <a:alphaModFix/>
          </a:blip>
          <a:stretch>
            <a:fillRect/>
          </a:stretch>
        </p:blipFill>
        <p:spPr>
          <a:xfrm>
            <a:off x="4693329" y="4508249"/>
            <a:ext cx="879970" cy="495276"/>
          </a:xfrm>
          <a:prstGeom prst="rect">
            <a:avLst/>
          </a:prstGeom>
          <a:noFill/>
          <a:ln>
            <a:noFill/>
          </a:ln>
        </p:spPr>
      </p:pic>
      <p:pic>
        <p:nvPicPr>
          <p:cNvPr id="183" name="Google Shape;183;p31"/>
          <p:cNvPicPr preferRelativeResize="0"/>
          <p:nvPr/>
        </p:nvPicPr>
        <p:blipFill>
          <a:blip r:embed="rId8">
            <a:alphaModFix/>
          </a:blip>
          <a:stretch>
            <a:fillRect/>
          </a:stretch>
        </p:blipFill>
        <p:spPr>
          <a:xfrm>
            <a:off x="5689217" y="4577865"/>
            <a:ext cx="400200" cy="356042"/>
          </a:xfrm>
          <a:prstGeom prst="rect">
            <a:avLst/>
          </a:prstGeom>
          <a:noFill/>
          <a:ln>
            <a:noFill/>
          </a:ln>
        </p:spPr>
      </p:pic>
      <p:pic>
        <p:nvPicPr>
          <p:cNvPr id="184" name="Google Shape;184;p31"/>
          <p:cNvPicPr preferRelativeResize="0"/>
          <p:nvPr/>
        </p:nvPicPr>
        <p:blipFill>
          <a:blip r:embed="rId9">
            <a:alphaModFix/>
          </a:blip>
          <a:stretch>
            <a:fillRect/>
          </a:stretch>
        </p:blipFill>
        <p:spPr>
          <a:xfrm>
            <a:off x="8390521" y="4441109"/>
            <a:ext cx="495300" cy="629574"/>
          </a:xfrm>
          <a:prstGeom prst="rect">
            <a:avLst/>
          </a:prstGeom>
          <a:noFill/>
          <a:ln>
            <a:noFill/>
          </a:ln>
        </p:spPr>
      </p:pic>
      <p:pic>
        <p:nvPicPr>
          <p:cNvPr id="185" name="Google Shape;185;p31"/>
          <p:cNvPicPr preferRelativeResize="0"/>
          <p:nvPr/>
        </p:nvPicPr>
        <p:blipFill>
          <a:blip r:embed="rId10">
            <a:alphaModFix/>
          </a:blip>
          <a:stretch>
            <a:fillRect/>
          </a:stretch>
        </p:blipFill>
        <p:spPr>
          <a:xfrm>
            <a:off x="6237629" y="4381038"/>
            <a:ext cx="749700" cy="749700"/>
          </a:xfrm>
          <a:prstGeom prst="rect">
            <a:avLst/>
          </a:prstGeom>
          <a:noFill/>
          <a:ln>
            <a:noFill/>
          </a:ln>
        </p:spPr>
      </p:pic>
      <p:pic>
        <p:nvPicPr>
          <p:cNvPr id="186" name="Google Shape;186;p31"/>
          <p:cNvPicPr preferRelativeResize="0"/>
          <p:nvPr/>
        </p:nvPicPr>
        <p:blipFill>
          <a:blip r:embed="rId11">
            <a:alphaModFix/>
          </a:blip>
          <a:stretch>
            <a:fillRect/>
          </a:stretch>
        </p:blipFill>
        <p:spPr>
          <a:xfrm>
            <a:off x="7145241" y="4579725"/>
            <a:ext cx="1060091" cy="352325"/>
          </a:xfrm>
          <a:prstGeom prst="rect">
            <a:avLst/>
          </a:prstGeom>
          <a:noFill/>
          <a:ln>
            <a:noFill/>
          </a:ln>
        </p:spPr>
      </p:pic>
      <p:pic>
        <p:nvPicPr>
          <p:cNvPr id="187" name="Google Shape;187;p31" title="DevAgentix_HLD_new.jpg"/>
          <p:cNvPicPr preferRelativeResize="0"/>
          <p:nvPr/>
        </p:nvPicPr>
        <p:blipFill>
          <a:blip r:embed="rId12">
            <a:alphaModFix/>
          </a:blip>
          <a:stretch>
            <a:fillRect/>
          </a:stretch>
        </p:blipFill>
        <p:spPr>
          <a:xfrm>
            <a:off x="55400" y="787850"/>
            <a:ext cx="9034076" cy="347452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2" name="Shape 192"/>
        <p:cNvGrpSpPr/>
        <p:nvPr/>
      </p:nvGrpSpPr>
      <p:grpSpPr>
        <a:xfrm>
          <a:off x="0" y="0"/>
          <a:ext cx="0" cy="0"/>
          <a:chOff x="0" y="0"/>
          <a:chExt cx="0" cy="0"/>
        </a:xfrm>
      </p:grpSpPr>
      <p:sp>
        <p:nvSpPr>
          <p:cNvPr id="193" name="Google Shape;193;p32"/>
          <p:cNvSpPr/>
          <p:nvPr/>
        </p:nvSpPr>
        <p:spPr>
          <a:xfrm>
            <a:off x="0" y="0"/>
            <a:ext cx="9144000" cy="749700"/>
          </a:xfrm>
          <a:prstGeom prst="rect">
            <a:avLst/>
          </a:prstGeom>
          <a:solidFill>
            <a:srgbClr val="58121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t/>
            </a:r>
            <a:endParaRPr b="1" sz="1600">
              <a:solidFill>
                <a:srgbClr val="FFFFFF"/>
              </a:solidFill>
              <a:latin typeface="Calibri"/>
              <a:ea typeface="Calibri"/>
              <a:cs typeface="Calibri"/>
              <a:sym typeface="Calibri"/>
            </a:endParaRPr>
          </a:p>
        </p:txBody>
      </p:sp>
      <p:sp>
        <p:nvSpPr>
          <p:cNvPr id="194" name="Google Shape;194;p32"/>
          <p:cNvSpPr txBox="1"/>
          <p:nvPr/>
        </p:nvSpPr>
        <p:spPr>
          <a:xfrm>
            <a:off x="163900" y="205500"/>
            <a:ext cx="8775000" cy="400200"/>
          </a:xfrm>
          <a:prstGeom prst="rect">
            <a:avLst/>
          </a:prstGeom>
          <a:noFill/>
          <a:ln>
            <a:noFill/>
          </a:ln>
        </p:spPr>
        <p:txBody>
          <a:bodyPr anchorCtr="0" anchor="t" bIns="45700" lIns="91425" spcFirstLastPara="1" rIns="91425" wrap="square" tIns="45700">
            <a:spAutoFit/>
          </a:bodyPr>
          <a:lstStyle/>
          <a:p>
            <a:pPr indent="0" lvl="0" marL="0" rtl="0" algn="l">
              <a:lnSpc>
                <a:spcPct val="140000"/>
              </a:lnSpc>
              <a:spcBef>
                <a:spcPts val="0"/>
              </a:spcBef>
              <a:spcAft>
                <a:spcPts val="0"/>
              </a:spcAft>
              <a:buClr>
                <a:schemeClr val="dk1"/>
              </a:buClr>
              <a:buFont typeface="Arial"/>
              <a:buNone/>
            </a:pPr>
            <a:r>
              <a:rPr b="1" lang="en" sz="2000">
                <a:solidFill>
                  <a:schemeClr val="lt1"/>
                </a:solidFill>
                <a:latin typeface="Calibri"/>
                <a:ea typeface="Calibri"/>
                <a:cs typeface="Calibri"/>
                <a:sym typeface="Calibri"/>
              </a:rPr>
              <a:t>Technical Details</a:t>
            </a:r>
            <a:endParaRPr b="1" sz="2000">
              <a:solidFill>
                <a:schemeClr val="lt1"/>
              </a:solidFill>
              <a:latin typeface="Calibri"/>
              <a:ea typeface="Calibri"/>
              <a:cs typeface="Calibri"/>
              <a:sym typeface="Calibri"/>
            </a:endParaRPr>
          </a:p>
        </p:txBody>
      </p:sp>
      <p:sp>
        <p:nvSpPr>
          <p:cNvPr id="195" name="Google Shape;195;p32"/>
          <p:cNvSpPr txBox="1"/>
          <p:nvPr/>
        </p:nvSpPr>
        <p:spPr>
          <a:xfrm>
            <a:off x="163900" y="850200"/>
            <a:ext cx="8775000" cy="4202100"/>
          </a:xfrm>
          <a:prstGeom prst="rect">
            <a:avLst/>
          </a:prstGeom>
          <a:noFill/>
          <a:ln>
            <a:noFill/>
          </a:ln>
        </p:spPr>
        <p:txBody>
          <a:bodyPr anchorCtr="0" anchor="t" bIns="91425" lIns="91425" spcFirstLastPara="1" rIns="91425" wrap="square" tIns="91425">
            <a:spAutoFit/>
          </a:bodyPr>
          <a:lstStyle/>
          <a:p>
            <a:pPr indent="0" lvl="0" marL="0" rtl="0" algn="just">
              <a:lnSpc>
                <a:spcPct val="130000"/>
              </a:lnSpc>
              <a:spcBef>
                <a:spcPts val="0"/>
              </a:spcBef>
              <a:spcAft>
                <a:spcPts val="0"/>
              </a:spcAft>
              <a:buClr>
                <a:schemeClr val="dk1"/>
              </a:buClr>
              <a:buFont typeface="Arial"/>
              <a:buNone/>
            </a:pPr>
            <a:r>
              <a:rPr b="1" lang="en" sz="1800">
                <a:solidFill>
                  <a:srgbClr val="1B1B27"/>
                </a:solidFill>
                <a:latin typeface="Calibri"/>
                <a:ea typeface="Calibri"/>
                <a:cs typeface="Calibri"/>
                <a:sym typeface="Calibri"/>
              </a:rPr>
              <a:t>Technical Feasibility Assessment</a:t>
            </a:r>
            <a:endParaRPr b="1" sz="1800">
              <a:solidFill>
                <a:srgbClr val="1B1B27"/>
              </a:solidFill>
              <a:latin typeface="Calibri"/>
              <a:ea typeface="Calibri"/>
              <a:cs typeface="Calibri"/>
              <a:sym typeface="Calibri"/>
            </a:endParaRPr>
          </a:p>
          <a:p>
            <a:pPr indent="-317500" lvl="0" marL="457200" rtl="0" algn="just">
              <a:lnSpc>
                <a:spcPct val="130000"/>
              </a:lnSpc>
              <a:spcBef>
                <a:spcPts val="0"/>
              </a:spcBef>
              <a:spcAft>
                <a:spcPts val="0"/>
              </a:spcAft>
              <a:buClr>
                <a:srgbClr val="404155"/>
              </a:buClr>
              <a:buSzPts val="1400"/>
              <a:buFont typeface="Calibri"/>
              <a:buChar char="●"/>
            </a:pPr>
            <a:r>
              <a:rPr b="1" lang="en">
                <a:solidFill>
                  <a:schemeClr val="dk1"/>
                </a:solidFill>
                <a:latin typeface="Calibri"/>
                <a:ea typeface="Calibri"/>
                <a:cs typeface="Calibri"/>
                <a:sym typeface="Calibri"/>
              </a:rPr>
              <a:t>Proven Frameworks</a:t>
            </a:r>
            <a:r>
              <a:rPr lang="en">
                <a:solidFill>
                  <a:schemeClr val="dk1"/>
                </a:solidFill>
                <a:latin typeface="Calibri"/>
                <a:ea typeface="Calibri"/>
                <a:cs typeface="Calibri"/>
                <a:sym typeface="Calibri"/>
              </a:rPr>
              <a:t>: The solution utilizes </a:t>
            </a:r>
            <a:r>
              <a:rPr b="1" lang="en">
                <a:solidFill>
                  <a:schemeClr val="dk1"/>
                </a:solidFill>
                <a:latin typeface="Calibri"/>
                <a:ea typeface="Calibri"/>
                <a:cs typeface="Calibri"/>
                <a:sym typeface="Calibri"/>
              </a:rPr>
              <a:t>LangChain</a:t>
            </a:r>
            <a:r>
              <a:rPr lang="en">
                <a:solidFill>
                  <a:schemeClr val="dk1"/>
                </a:solidFill>
                <a:latin typeface="Calibri"/>
                <a:ea typeface="Calibri"/>
                <a:cs typeface="Calibri"/>
                <a:sym typeface="Calibri"/>
              </a:rPr>
              <a:t> for robust document parsing (PDFs, CSVs) and recursive chunking to ensure context preservation during ingestion.</a:t>
            </a:r>
            <a:endParaRPr>
              <a:solidFill>
                <a:schemeClr val="dk1"/>
              </a:solidFill>
              <a:latin typeface="Calibri"/>
              <a:ea typeface="Calibri"/>
              <a:cs typeface="Calibri"/>
              <a:sym typeface="Calibri"/>
            </a:endParaRPr>
          </a:p>
          <a:p>
            <a:pPr indent="-317500" lvl="0" marL="457200" rtl="0" algn="just">
              <a:lnSpc>
                <a:spcPct val="130000"/>
              </a:lnSpc>
              <a:spcBef>
                <a:spcPts val="0"/>
              </a:spcBef>
              <a:spcAft>
                <a:spcPts val="0"/>
              </a:spcAft>
              <a:buClr>
                <a:srgbClr val="404155"/>
              </a:buClr>
              <a:buSzPts val="1400"/>
              <a:buFont typeface="Calibri"/>
              <a:buChar char="●"/>
            </a:pPr>
            <a:r>
              <a:rPr b="1" lang="en">
                <a:solidFill>
                  <a:schemeClr val="dk1"/>
                </a:solidFill>
                <a:latin typeface="Calibri"/>
                <a:ea typeface="Calibri"/>
                <a:cs typeface="Calibri"/>
                <a:sym typeface="Calibri"/>
              </a:rPr>
              <a:t>High-Precision Retrieval</a:t>
            </a:r>
            <a:r>
              <a:rPr lang="en">
                <a:solidFill>
                  <a:schemeClr val="dk1"/>
                </a:solidFill>
                <a:latin typeface="Calibri"/>
                <a:ea typeface="Calibri"/>
                <a:cs typeface="Calibri"/>
                <a:sym typeface="Calibri"/>
              </a:rPr>
              <a:t>: Employs </a:t>
            </a:r>
            <a:r>
              <a:rPr b="1" lang="en">
                <a:solidFill>
                  <a:schemeClr val="dk1"/>
                </a:solidFill>
                <a:latin typeface="Calibri"/>
                <a:ea typeface="Calibri"/>
                <a:cs typeface="Calibri"/>
                <a:sym typeface="Calibri"/>
              </a:rPr>
              <a:t>Qdrant</a:t>
            </a:r>
            <a:r>
              <a:rPr lang="en">
                <a:solidFill>
                  <a:schemeClr val="dk1"/>
                </a:solidFill>
                <a:latin typeface="Calibri"/>
                <a:ea typeface="Calibri"/>
                <a:cs typeface="Calibri"/>
                <a:sym typeface="Calibri"/>
              </a:rPr>
              <a:t> for high-speed vector storage and integrates a </a:t>
            </a:r>
            <a:r>
              <a:rPr b="1" lang="en">
                <a:solidFill>
                  <a:schemeClr val="dk1"/>
                </a:solidFill>
                <a:latin typeface="Calibri"/>
                <a:ea typeface="Calibri"/>
                <a:cs typeface="Calibri"/>
                <a:sym typeface="Calibri"/>
              </a:rPr>
              <a:t>BGE-Reranker</a:t>
            </a:r>
            <a:r>
              <a:rPr lang="en">
                <a:solidFill>
                  <a:schemeClr val="dk1"/>
                </a:solidFill>
                <a:latin typeface="Calibri"/>
                <a:ea typeface="Calibri"/>
                <a:cs typeface="Calibri"/>
                <a:sym typeface="Calibri"/>
              </a:rPr>
              <a:t> to locally refine search results, ensuring accuracy before generation.</a:t>
            </a:r>
            <a:endParaRPr>
              <a:solidFill>
                <a:schemeClr val="dk1"/>
              </a:solidFill>
              <a:latin typeface="Calibri"/>
              <a:ea typeface="Calibri"/>
              <a:cs typeface="Calibri"/>
              <a:sym typeface="Calibri"/>
            </a:endParaRPr>
          </a:p>
          <a:p>
            <a:pPr indent="-317500" lvl="0" marL="457200" rtl="0" algn="just">
              <a:lnSpc>
                <a:spcPct val="130000"/>
              </a:lnSpc>
              <a:spcBef>
                <a:spcPts val="0"/>
              </a:spcBef>
              <a:spcAft>
                <a:spcPts val="0"/>
              </a:spcAft>
              <a:buClr>
                <a:srgbClr val="404155"/>
              </a:buClr>
              <a:buSzPts val="1400"/>
              <a:buFont typeface="Calibri"/>
              <a:buChar char="●"/>
            </a:pPr>
            <a:r>
              <a:rPr b="1" lang="en">
                <a:solidFill>
                  <a:schemeClr val="dk1"/>
                </a:solidFill>
                <a:latin typeface="Calibri"/>
                <a:ea typeface="Calibri"/>
                <a:cs typeface="Calibri"/>
                <a:sym typeface="Calibri"/>
              </a:rPr>
              <a:t>Performance Targets</a:t>
            </a:r>
            <a:r>
              <a:rPr lang="en">
                <a:solidFill>
                  <a:schemeClr val="dk1"/>
                </a:solidFill>
                <a:latin typeface="Calibri"/>
                <a:ea typeface="Calibri"/>
                <a:cs typeface="Calibri"/>
                <a:sym typeface="Calibri"/>
              </a:rPr>
              <a:t>: The architecture is designed to maintain end-to-end latency under </a:t>
            </a:r>
            <a:r>
              <a:rPr b="1" lang="en">
                <a:solidFill>
                  <a:schemeClr val="dk1"/>
                </a:solidFill>
                <a:latin typeface="Calibri"/>
                <a:ea typeface="Calibri"/>
                <a:cs typeface="Calibri"/>
                <a:sym typeface="Calibri"/>
              </a:rPr>
              <a:t>10 seconds</a:t>
            </a:r>
            <a:r>
              <a:rPr lang="en">
                <a:solidFill>
                  <a:schemeClr val="dk1"/>
                </a:solidFill>
                <a:latin typeface="Calibri"/>
                <a:ea typeface="Calibri"/>
                <a:cs typeface="Calibri"/>
                <a:sym typeface="Calibri"/>
              </a:rPr>
              <a:t>, meeting enterprise expectations for real-time query resolution.</a:t>
            </a:r>
            <a:endParaRPr>
              <a:solidFill>
                <a:schemeClr val="dk1"/>
              </a:solidFill>
              <a:latin typeface="Calibri"/>
              <a:ea typeface="Calibri"/>
              <a:cs typeface="Calibri"/>
              <a:sym typeface="Calibri"/>
            </a:endParaRPr>
          </a:p>
          <a:p>
            <a:pPr indent="0" lvl="0" marL="0" marR="0" rtl="0" algn="just">
              <a:lnSpc>
                <a:spcPct val="130000"/>
              </a:lnSpc>
              <a:spcBef>
                <a:spcPts val="0"/>
              </a:spcBef>
              <a:spcAft>
                <a:spcPts val="0"/>
              </a:spcAft>
              <a:buNone/>
            </a:pPr>
            <a:r>
              <a:rPr b="1" lang="en" sz="1800">
                <a:solidFill>
                  <a:srgbClr val="1B1B27"/>
                </a:solidFill>
                <a:latin typeface="Calibri"/>
                <a:ea typeface="Calibri"/>
                <a:cs typeface="Calibri"/>
                <a:sym typeface="Calibri"/>
              </a:rPr>
              <a:t>Business Viability</a:t>
            </a:r>
            <a:endParaRPr b="1" sz="1800">
              <a:solidFill>
                <a:srgbClr val="1B1B27"/>
              </a:solidFill>
              <a:latin typeface="Calibri"/>
              <a:ea typeface="Calibri"/>
              <a:cs typeface="Calibri"/>
              <a:sym typeface="Calibri"/>
            </a:endParaRPr>
          </a:p>
          <a:p>
            <a:pPr indent="-317500" lvl="0" marL="457200" rtl="0" algn="just">
              <a:lnSpc>
                <a:spcPct val="130000"/>
              </a:lnSpc>
              <a:spcBef>
                <a:spcPts val="0"/>
              </a:spcBef>
              <a:spcAft>
                <a:spcPts val="0"/>
              </a:spcAft>
              <a:buClr>
                <a:schemeClr val="dk1"/>
              </a:buClr>
              <a:buSzPts val="1400"/>
              <a:buFont typeface="Calibri"/>
              <a:buChar char="●"/>
            </a:pPr>
            <a:r>
              <a:rPr b="1" lang="en">
                <a:solidFill>
                  <a:schemeClr val="dk1"/>
                </a:solidFill>
                <a:latin typeface="Calibri"/>
                <a:ea typeface="Calibri"/>
                <a:cs typeface="Calibri"/>
                <a:sym typeface="Calibri"/>
              </a:rPr>
              <a:t>Measurable ROI</a:t>
            </a:r>
            <a:r>
              <a:rPr lang="en">
                <a:solidFill>
                  <a:schemeClr val="dk1"/>
                </a:solidFill>
                <a:latin typeface="Calibri"/>
                <a:ea typeface="Calibri"/>
                <a:cs typeface="Calibri"/>
                <a:sym typeface="Calibri"/>
              </a:rPr>
              <a:t>: Targets a reduction in query resolution time from 15-30 minutes to under </a:t>
            </a:r>
            <a:r>
              <a:rPr b="1" lang="en">
                <a:solidFill>
                  <a:schemeClr val="dk1"/>
                </a:solidFill>
                <a:latin typeface="Calibri"/>
                <a:ea typeface="Calibri"/>
                <a:cs typeface="Calibri"/>
                <a:sym typeface="Calibri"/>
              </a:rPr>
              <a:t>10 seconds</a:t>
            </a:r>
            <a:r>
              <a:rPr lang="en">
                <a:solidFill>
                  <a:schemeClr val="dk1"/>
                </a:solidFill>
                <a:latin typeface="Calibri"/>
                <a:ea typeface="Calibri"/>
                <a:cs typeface="Calibri"/>
                <a:sym typeface="Calibri"/>
              </a:rPr>
              <a:t>, with an expected </a:t>
            </a:r>
            <a:r>
              <a:rPr b="1" lang="en">
                <a:solidFill>
                  <a:schemeClr val="dk1"/>
                </a:solidFill>
                <a:latin typeface="Calibri"/>
                <a:ea typeface="Calibri"/>
                <a:cs typeface="Calibri"/>
                <a:sym typeface="Calibri"/>
              </a:rPr>
              <a:t>40%+ ticket deflection rate</a:t>
            </a:r>
            <a:r>
              <a:rPr lang="en">
                <a:solidFill>
                  <a:schemeClr val="dk1"/>
                </a:solidFill>
                <a:latin typeface="Calibri"/>
                <a:ea typeface="Calibri"/>
                <a:cs typeface="Calibri"/>
                <a:sym typeface="Calibri"/>
              </a:rPr>
              <a:t> through self-service knowledge access.</a:t>
            </a:r>
            <a:endParaRPr>
              <a:solidFill>
                <a:schemeClr val="dk1"/>
              </a:solidFill>
              <a:latin typeface="Calibri"/>
              <a:ea typeface="Calibri"/>
              <a:cs typeface="Calibri"/>
              <a:sym typeface="Calibri"/>
            </a:endParaRPr>
          </a:p>
          <a:p>
            <a:pPr indent="-317500" lvl="0" marL="457200" rtl="0" algn="just">
              <a:lnSpc>
                <a:spcPct val="130000"/>
              </a:lnSpc>
              <a:spcBef>
                <a:spcPts val="0"/>
              </a:spcBef>
              <a:spcAft>
                <a:spcPts val="0"/>
              </a:spcAft>
              <a:buClr>
                <a:schemeClr val="dk1"/>
              </a:buClr>
              <a:buSzPts val="1400"/>
              <a:buFont typeface="Calibri"/>
              <a:buChar char="●"/>
            </a:pPr>
            <a:r>
              <a:rPr b="1" lang="en">
                <a:solidFill>
                  <a:schemeClr val="dk1"/>
                </a:solidFill>
                <a:latin typeface="Calibri"/>
                <a:ea typeface="Calibri"/>
                <a:cs typeface="Calibri"/>
                <a:sym typeface="Calibri"/>
              </a:rPr>
              <a:t>Market Alignment</a:t>
            </a:r>
            <a:r>
              <a:rPr lang="en">
                <a:solidFill>
                  <a:schemeClr val="dk1"/>
                </a:solidFill>
                <a:latin typeface="Calibri"/>
                <a:ea typeface="Calibri"/>
                <a:cs typeface="Calibri"/>
                <a:sym typeface="Calibri"/>
              </a:rPr>
              <a:t>: Addresses the growing </a:t>
            </a:r>
            <a:r>
              <a:rPr b="1" lang="en">
                <a:solidFill>
                  <a:schemeClr val="dk1"/>
                </a:solidFill>
                <a:latin typeface="Calibri"/>
                <a:ea typeface="Calibri"/>
                <a:cs typeface="Calibri"/>
                <a:sym typeface="Calibri"/>
              </a:rPr>
              <a:t>$8.85B enterprise search market</a:t>
            </a:r>
            <a:r>
              <a:rPr lang="en">
                <a:solidFill>
                  <a:schemeClr val="dk1"/>
                </a:solidFill>
                <a:latin typeface="Calibri"/>
                <a:ea typeface="Calibri"/>
                <a:cs typeface="Calibri"/>
                <a:sym typeface="Calibri"/>
              </a:rPr>
              <a:t> by specifically eliminating "tribal knowledge" silos that hinder productivity.</a:t>
            </a:r>
            <a:endParaRPr>
              <a:solidFill>
                <a:schemeClr val="dk1"/>
              </a:solidFill>
              <a:latin typeface="Calibri"/>
              <a:ea typeface="Calibri"/>
              <a:cs typeface="Calibri"/>
              <a:sym typeface="Calibri"/>
            </a:endParaRPr>
          </a:p>
          <a:p>
            <a:pPr indent="-317500" lvl="0" marL="457200" rtl="0" algn="just">
              <a:lnSpc>
                <a:spcPct val="130000"/>
              </a:lnSpc>
              <a:spcBef>
                <a:spcPts val="0"/>
              </a:spcBef>
              <a:spcAft>
                <a:spcPts val="0"/>
              </a:spcAft>
              <a:buClr>
                <a:schemeClr val="dk1"/>
              </a:buClr>
              <a:buSzPts val="1400"/>
              <a:buFont typeface="Calibri"/>
              <a:buChar char="●"/>
            </a:pPr>
            <a:r>
              <a:rPr b="1" lang="en">
                <a:solidFill>
                  <a:schemeClr val="dk1"/>
                </a:solidFill>
                <a:latin typeface="Calibri"/>
                <a:ea typeface="Calibri"/>
                <a:cs typeface="Calibri"/>
                <a:sym typeface="Calibri"/>
              </a:rPr>
              <a:t>Open-Source Strategy</a:t>
            </a:r>
            <a:r>
              <a:rPr lang="en">
                <a:solidFill>
                  <a:schemeClr val="dk1"/>
                </a:solidFill>
                <a:latin typeface="Calibri"/>
                <a:ea typeface="Calibri"/>
                <a:cs typeface="Calibri"/>
                <a:sym typeface="Calibri"/>
              </a:rPr>
              <a:t>: Focuses on high-ROI open-source models (e.g., Llama 3) to minimize licensing costs and avoid vendor lock-in.</a:t>
            </a:r>
            <a:endParaRPr>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0" name="Shape 200"/>
        <p:cNvGrpSpPr/>
        <p:nvPr/>
      </p:nvGrpSpPr>
      <p:grpSpPr>
        <a:xfrm>
          <a:off x="0" y="0"/>
          <a:ext cx="0" cy="0"/>
          <a:chOff x="0" y="0"/>
          <a:chExt cx="0" cy="0"/>
        </a:xfrm>
      </p:grpSpPr>
      <p:sp>
        <p:nvSpPr>
          <p:cNvPr id="201" name="Google Shape;201;p33"/>
          <p:cNvSpPr/>
          <p:nvPr/>
        </p:nvSpPr>
        <p:spPr>
          <a:xfrm>
            <a:off x="0" y="0"/>
            <a:ext cx="9144000" cy="749700"/>
          </a:xfrm>
          <a:prstGeom prst="rect">
            <a:avLst/>
          </a:prstGeom>
          <a:solidFill>
            <a:srgbClr val="58121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t/>
            </a:r>
            <a:endParaRPr b="1" sz="1600">
              <a:solidFill>
                <a:srgbClr val="FFFFFF"/>
              </a:solidFill>
              <a:latin typeface="Calibri"/>
              <a:ea typeface="Calibri"/>
              <a:cs typeface="Calibri"/>
              <a:sym typeface="Calibri"/>
            </a:endParaRPr>
          </a:p>
        </p:txBody>
      </p:sp>
      <p:sp>
        <p:nvSpPr>
          <p:cNvPr id="202" name="Google Shape;202;p33"/>
          <p:cNvSpPr txBox="1"/>
          <p:nvPr/>
        </p:nvSpPr>
        <p:spPr>
          <a:xfrm>
            <a:off x="163900" y="205500"/>
            <a:ext cx="8775000" cy="400200"/>
          </a:xfrm>
          <a:prstGeom prst="rect">
            <a:avLst/>
          </a:prstGeom>
          <a:noFill/>
          <a:ln>
            <a:noFill/>
          </a:ln>
        </p:spPr>
        <p:txBody>
          <a:bodyPr anchorCtr="0" anchor="t" bIns="45700" lIns="91425" spcFirstLastPara="1" rIns="91425" wrap="square" tIns="45700">
            <a:spAutoFit/>
          </a:bodyPr>
          <a:lstStyle/>
          <a:p>
            <a:pPr indent="0" lvl="0" marL="0" rtl="0" algn="l">
              <a:lnSpc>
                <a:spcPct val="140000"/>
              </a:lnSpc>
              <a:spcBef>
                <a:spcPts val="0"/>
              </a:spcBef>
              <a:spcAft>
                <a:spcPts val="0"/>
              </a:spcAft>
              <a:buClr>
                <a:schemeClr val="dk1"/>
              </a:buClr>
              <a:buFont typeface="Arial"/>
              <a:buNone/>
            </a:pPr>
            <a:r>
              <a:rPr b="1" lang="en" sz="2000">
                <a:solidFill>
                  <a:schemeClr val="lt1"/>
                </a:solidFill>
                <a:latin typeface="Calibri"/>
                <a:ea typeface="Calibri"/>
                <a:cs typeface="Calibri"/>
                <a:sym typeface="Calibri"/>
              </a:rPr>
              <a:t>Technical Details</a:t>
            </a:r>
            <a:endParaRPr b="1" sz="2000">
              <a:solidFill>
                <a:schemeClr val="lt1"/>
              </a:solidFill>
              <a:latin typeface="Calibri"/>
              <a:ea typeface="Calibri"/>
              <a:cs typeface="Calibri"/>
              <a:sym typeface="Calibri"/>
            </a:endParaRPr>
          </a:p>
        </p:txBody>
      </p:sp>
      <p:sp>
        <p:nvSpPr>
          <p:cNvPr id="203" name="Google Shape;203;p33"/>
          <p:cNvSpPr txBox="1"/>
          <p:nvPr/>
        </p:nvSpPr>
        <p:spPr>
          <a:xfrm>
            <a:off x="163900" y="850200"/>
            <a:ext cx="8775000" cy="4202100"/>
          </a:xfrm>
          <a:prstGeom prst="rect">
            <a:avLst/>
          </a:prstGeom>
          <a:noFill/>
          <a:ln>
            <a:noFill/>
          </a:ln>
        </p:spPr>
        <p:txBody>
          <a:bodyPr anchorCtr="0" anchor="t" bIns="91425" lIns="91425" spcFirstLastPara="1" rIns="91425" wrap="square" tIns="91425">
            <a:spAutoFit/>
          </a:bodyPr>
          <a:lstStyle/>
          <a:p>
            <a:pPr indent="0" lvl="0" marL="0" rtl="0" algn="just">
              <a:lnSpc>
                <a:spcPct val="130000"/>
              </a:lnSpc>
              <a:spcBef>
                <a:spcPts val="0"/>
              </a:spcBef>
              <a:spcAft>
                <a:spcPts val="0"/>
              </a:spcAft>
              <a:buNone/>
            </a:pPr>
            <a:r>
              <a:rPr b="1" lang="en" sz="1800">
                <a:solidFill>
                  <a:srgbClr val="1B1B27"/>
                </a:solidFill>
                <a:latin typeface="Calibri"/>
                <a:ea typeface="Calibri"/>
                <a:cs typeface="Calibri"/>
                <a:sym typeface="Calibri"/>
              </a:rPr>
              <a:t>Solution Security Considerations</a:t>
            </a:r>
            <a:endParaRPr b="1" sz="1800">
              <a:solidFill>
                <a:srgbClr val="1B1B27"/>
              </a:solidFill>
              <a:latin typeface="Calibri"/>
              <a:ea typeface="Calibri"/>
              <a:cs typeface="Calibri"/>
              <a:sym typeface="Calibri"/>
            </a:endParaRPr>
          </a:p>
          <a:p>
            <a:pPr indent="-317500" lvl="0" marL="457200" rtl="0" algn="l">
              <a:lnSpc>
                <a:spcPct val="130000"/>
              </a:lnSpc>
              <a:spcBef>
                <a:spcPts val="0"/>
              </a:spcBef>
              <a:spcAft>
                <a:spcPts val="0"/>
              </a:spcAft>
              <a:buClr>
                <a:srgbClr val="404155"/>
              </a:buClr>
              <a:buSzPts val="1400"/>
              <a:buFont typeface="Calibri"/>
              <a:buChar char="●"/>
            </a:pPr>
            <a:r>
              <a:rPr b="1" lang="en">
                <a:solidFill>
                  <a:schemeClr val="dk1"/>
                </a:solidFill>
                <a:latin typeface="Calibri"/>
                <a:ea typeface="Calibri"/>
                <a:cs typeface="Calibri"/>
                <a:sym typeface="Calibri"/>
              </a:rPr>
              <a:t>Privacy Compliance</a:t>
            </a:r>
            <a:r>
              <a:rPr lang="en">
                <a:solidFill>
                  <a:schemeClr val="dk1"/>
                </a:solidFill>
                <a:latin typeface="Calibri"/>
                <a:ea typeface="Calibri"/>
                <a:cs typeface="Calibri"/>
                <a:sym typeface="Calibri"/>
              </a:rPr>
              <a:t>: Integrated </a:t>
            </a:r>
            <a:r>
              <a:rPr b="1" lang="en">
                <a:solidFill>
                  <a:schemeClr val="dk1"/>
                </a:solidFill>
                <a:latin typeface="Calibri"/>
                <a:ea typeface="Calibri"/>
                <a:cs typeface="Calibri"/>
                <a:sym typeface="Calibri"/>
              </a:rPr>
              <a:t>PII redaction </a:t>
            </a:r>
            <a:r>
              <a:rPr lang="en" sz="1100">
                <a:solidFill>
                  <a:srgbClr val="1F1F1F"/>
                </a:solidFill>
              </a:rPr>
              <a:t>(e.g., NER-based PII Scrubbing)</a:t>
            </a:r>
            <a:r>
              <a:rPr lang="en">
                <a:solidFill>
                  <a:schemeClr val="dk1"/>
                </a:solidFill>
                <a:latin typeface="Calibri"/>
                <a:ea typeface="Calibri"/>
                <a:cs typeface="Calibri"/>
                <a:sym typeface="Calibri"/>
              </a:rPr>
              <a:t> before hitting the inference engine ensures the system aligns with global data protection laws, including India's </a:t>
            </a:r>
            <a:r>
              <a:rPr b="1" lang="en">
                <a:solidFill>
                  <a:schemeClr val="dk1"/>
                </a:solidFill>
                <a:latin typeface="Calibri"/>
                <a:ea typeface="Calibri"/>
                <a:cs typeface="Calibri"/>
                <a:sym typeface="Calibri"/>
              </a:rPr>
              <a:t>DPDP Act</a:t>
            </a:r>
            <a:r>
              <a:rPr lang="en">
                <a:solidFill>
                  <a:schemeClr val="dk1"/>
                </a:solidFill>
                <a:latin typeface="Calibri"/>
                <a:ea typeface="Calibri"/>
                <a:cs typeface="Calibri"/>
                <a:sym typeface="Calibri"/>
              </a:rPr>
              <a:t> and </a:t>
            </a:r>
            <a:r>
              <a:rPr b="1" lang="en">
                <a:solidFill>
                  <a:schemeClr val="dk1"/>
                </a:solidFill>
                <a:latin typeface="Calibri"/>
                <a:ea typeface="Calibri"/>
                <a:cs typeface="Calibri"/>
                <a:sym typeface="Calibri"/>
              </a:rPr>
              <a:t>GDPR</a:t>
            </a:r>
            <a:r>
              <a:rPr lang="en">
                <a:solidFill>
                  <a:schemeClr val="dk1"/>
                </a:solidFill>
                <a:latin typeface="Calibri"/>
                <a:ea typeface="Calibri"/>
                <a:cs typeface="Calibri"/>
                <a:sym typeface="Calibri"/>
              </a:rPr>
              <a:t>.</a:t>
            </a:r>
            <a:endParaRPr>
              <a:solidFill>
                <a:schemeClr val="dk1"/>
              </a:solidFill>
              <a:latin typeface="Calibri"/>
              <a:ea typeface="Calibri"/>
              <a:cs typeface="Calibri"/>
              <a:sym typeface="Calibri"/>
            </a:endParaRPr>
          </a:p>
          <a:p>
            <a:pPr indent="-317500" lvl="0" marL="457200" rtl="0" algn="l">
              <a:lnSpc>
                <a:spcPct val="130000"/>
              </a:lnSpc>
              <a:spcBef>
                <a:spcPts val="0"/>
              </a:spcBef>
              <a:spcAft>
                <a:spcPts val="0"/>
              </a:spcAft>
              <a:buClr>
                <a:srgbClr val="404155"/>
              </a:buClr>
              <a:buSzPts val="1400"/>
              <a:buFont typeface="Calibri"/>
              <a:buChar char="●"/>
            </a:pPr>
            <a:r>
              <a:rPr b="1" lang="en">
                <a:solidFill>
                  <a:schemeClr val="dk1"/>
                </a:solidFill>
                <a:latin typeface="Calibri"/>
                <a:ea typeface="Calibri"/>
                <a:cs typeface="Calibri"/>
                <a:sym typeface="Calibri"/>
              </a:rPr>
              <a:t>Hallucination Guardrails</a:t>
            </a:r>
            <a:r>
              <a:rPr lang="en">
                <a:solidFill>
                  <a:schemeClr val="dk1"/>
                </a:solidFill>
                <a:latin typeface="Calibri"/>
                <a:ea typeface="Calibri"/>
                <a:cs typeface="Calibri"/>
                <a:sym typeface="Calibri"/>
              </a:rPr>
              <a:t>: Implements </a:t>
            </a:r>
            <a:r>
              <a:rPr b="1" lang="en">
                <a:solidFill>
                  <a:schemeClr val="dk1"/>
                </a:solidFill>
                <a:latin typeface="Calibri"/>
                <a:ea typeface="Calibri"/>
                <a:cs typeface="Calibri"/>
                <a:sym typeface="Calibri"/>
              </a:rPr>
              <a:t>confidence-threshold guardrails</a:t>
            </a:r>
            <a:r>
              <a:rPr lang="en">
                <a:solidFill>
                  <a:schemeClr val="dk1"/>
                </a:solidFill>
                <a:latin typeface="Calibri"/>
                <a:ea typeface="Calibri"/>
                <a:cs typeface="Calibri"/>
                <a:sym typeface="Calibri"/>
              </a:rPr>
              <a:t>; if the reranker confidence score falls below </a:t>
            </a:r>
            <a:r>
              <a:rPr b="1" lang="en">
                <a:solidFill>
                  <a:schemeClr val="dk1"/>
                </a:solidFill>
                <a:latin typeface="Calibri"/>
                <a:ea typeface="Calibri"/>
                <a:cs typeface="Calibri"/>
                <a:sym typeface="Calibri"/>
              </a:rPr>
              <a:t>0.65</a:t>
            </a:r>
            <a:r>
              <a:rPr lang="en">
                <a:solidFill>
                  <a:schemeClr val="dk1"/>
                </a:solidFill>
                <a:latin typeface="Calibri"/>
                <a:ea typeface="Calibri"/>
                <a:cs typeface="Calibri"/>
                <a:sym typeface="Calibri"/>
              </a:rPr>
              <a:t>, the system automatically escalates or returns "Answer not found" to prevent misinformation.</a:t>
            </a:r>
            <a:endParaRPr>
              <a:solidFill>
                <a:schemeClr val="dk1"/>
              </a:solidFill>
              <a:latin typeface="Calibri"/>
              <a:ea typeface="Calibri"/>
              <a:cs typeface="Calibri"/>
              <a:sym typeface="Calibri"/>
            </a:endParaRPr>
          </a:p>
          <a:p>
            <a:pPr indent="-317500" lvl="0" marL="457200" rtl="0" algn="l">
              <a:lnSpc>
                <a:spcPct val="130000"/>
              </a:lnSpc>
              <a:spcBef>
                <a:spcPts val="0"/>
              </a:spcBef>
              <a:spcAft>
                <a:spcPts val="0"/>
              </a:spcAft>
              <a:buClr>
                <a:srgbClr val="404155"/>
              </a:buClr>
              <a:buSzPts val="1400"/>
              <a:buFont typeface="Calibri"/>
              <a:buChar char="●"/>
            </a:pPr>
            <a:r>
              <a:rPr b="1" lang="en">
                <a:solidFill>
                  <a:schemeClr val="dk1"/>
                </a:solidFill>
                <a:latin typeface="Calibri"/>
                <a:ea typeface="Calibri"/>
                <a:cs typeface="Calibri"/>
                <a:sym typeface="Calibri"/>
              </a:rPr>
              <a:t>Auditability</a:t>
            </a:r>
            <a:r>
              <a:rPr lang="en">
                <a:solidFill>
                  <a:schemeClr val="dk1"/>
                </a:solidFill>
                <a:latin typeface="Calibri"/>
                <a:ea typeface="Calibri"/>
                <a:cs typeface="Calibri"/>
                <a:sym typeface="Calibri"/>
              </a:rPr>
              <a:t>: Every generated answer includes </a:t>
            </a:r>
            <a:r>
              <a:rPr b="1" lang="en">
                <a:solidFill>
                  <a:schemeClr val="dk1"/>
                </a:solidFill>
                <a:latin typeface="Calibri"/>
                <a:ea typeface="Calibri"/>
                <a:cs typeface="Calibri"/>
                <a:sym typeface="Calibri"/>
              </a:rPr>
              <a:t>inline source citations</a:t>
            </a:r>
            <a:r>
              <a:rPr lang="en">
                <a:solidFill>
                  <a:schemeClr val="dk1"/>
                </a:solidFill>
                <a:latin typeface="Calibri"/>
                <a:ea typeface="Calibri"/>
                <a:cs typeface="Calibri"/>
                <a:sym typeface="Calibri"/>
              </a:rPr>
              <a:t> backed by metadata tracking, providing 100% verification for compliance audits.</a:t>
            </a:r>
            <a:endParaRPr b="1">
              <a:solidFill>
                <a:schemeClr val="dk1"/>
              </a:solidFill>
              <a:latin typeface="Calibri"/>
              <a:ea typeface="Calibri"/>
              <a:cs typeface="Calibri"/>
              <a:sym typeface="Calibri"/>
            </a:endParaRPr>
          </a:p>
          <a:p>
            <a:pPr indent="0" lvl="0" marL="0" marR="0" rtl="0" algn="just">
              <a:lnSpc>
                <a:spcPct val="130000"/>
              </a:lnSpc>
              <a:spcBef>
                <a:spcPts val="0"/>
              </a:spcBef>
              <a:spcAft>
                <a:spcPts val="0"/>
              </a:spcAft>
              <a:buNone/>
            </a:pPr>
            <a:r>
              <a:rPr b="1" lang="en" sz="1800">
                <a:solidFill>
                  <a:srgbClr val="1B1B27"/>
                </a:solidFill>
                <a:latin typeface="Calibri"/>
                <a:ea typeface="Calibri"/>
                <a:cs typeface="Calibri"/>
                <a:sym typeface="Calibri"/>
              </a:rPr>
              <a:t>Solution Scalability Considerations</a:t>
            </a:r>
            <a:endParaRPr b="1" sz="1800">
              <a:solidFill>
                <a:srgbClr val="1B1B27"/>
              </a:solidFill>
              <a:latin typeface="Calibri"/>
              <a:ea typeface="Calibri"/>
              <a:cs typeface="Calibri"/>
              <a:sym typeface="Calibri"/>
            </a:endParaRPr>
          </a:p>
          <a:p>
            <a:pPr indent="-317500" lvl="0" marL="457200" rtl="0" algn="just">
              <a:lnSpc>
                <a:spcPct val="130000"/>
              </a:lnSpc>
              <a:spcBef>
                <a:spcPts val="0"/>
              </a:spcBef>
              <a:spcAft>
                <a:spcPts val="0"/>
              </a:spcAft>
              <a:buClr>
                <a:schemeClr val="dk1"/>
              </a:buClr>
              <a:buSzPts val="1400"/>
              <a:buFont typeface="Calibri"/>
              <a:buChar char="●"/>
            </a:pPr>
            <a:r>
              <a:rPr b="1" lang="en">
                <a:solidFill>
                  <a:schemeClr val="dk1"/>
                </a:solidFill>
                <a:latin typeface="Calibri"/>
                <a:ea typeface="Calibri"/>
                <a:cs typeface="Calibri"/>
                <a:sym typeface="Calibri"/>
              </a:rPr>
              <a:t>Model-Agnostic Design</a:t>
            </a:r>
            <a:r>
              <a:rPr lang="en">
                <a:solidFill>
                  <a:schemeClr val="dk1"/>
                </a:solidFill>
                <a:latin typeface="Calibri"/>
                <a:ea typeface="Calibri"/>
                <a:cs typeface="Calibri"/>
                <a:sym typeface="Calibri"/>
              </a:rPr>
              <a:t>: Built on </a:t>
            </a:r>
            <a:r>
              <a:rPr b="1" lang="en">
                <a:solidFill>
                  <a:schemeClr val="dk1"/>
                </a:solidFill>
                <a:latin typeface="Calibri"/>
                <a:ea typeface="Calibri"/>
                <a:cs typeface="Calibri"/>
                <a:sym typeface="Calibri"/>
              </a:rPr>
              <a:t>LangGraph</a:t>
            </a:r>
            <a:r>
              <a:rPr lang="en">
                <a:solidFill>
                  <a:schemeClr val="dk1"/>
                </a:solidFill>
                <a:latin typeface="Calibri"/>
                <a:ea typeface="Calibri"/>
                <a:cs typeface="Calibri"/>
                <a:sym typeface="Calibri"/>
              </a:rPr>
              <a:t>, allowing the enterprise to switch seamlessly between proprietary models (Gemini) and open-source alternatives (Llama 3) as requirements evolve.</a:t>
            </a:r>
            <a:endParaRPr>
              <a:solidFill>
                <a:schemeClr val="dk1"/>
              </a:solidFill>
              <a:latin typeface="Calibri"/>
              <a:ea typeface="Calibri"/>
              <a:cs typeface="Calibri"/>
              <a:sym typeface="Calibri"/>
            </a:endParaRPr>
          </a:p>
          <a:p>
            <a:pPr indent="-317500" lvl="0" marL="457200" rtl="0" algn="just">
              <a:lnSpc>
                <a:spcPct val="130000"/>
              </a:lnSpc>
              <a:spcBef>
                <a:spcPts val="0"/>
              </a:spcBef>
              <a:spcAft>
                <a:spcPts val="0"/>
              </a:spcAft>
              <a:buClr>
                <a:schemeClr val="dk1"/>
              </a:buClr>
              <a:buSzPts val="1400"/>
              <a:buFont typeface="Calibri"/>
              <a:buChar char="●"/>
            </a:pPr>
            <a:r>
              <a:rPr b="1" lang="en">
                <a:solidFill>
                  <a:schemeClr val="dk1"/>
                </a:solidFill>
                <a:latin typeface="Calibri"/>
                <a:ea typeface="Calibri"/>
                <a:cs typeface="Calibri"/>
                <a:sym typeface="Calibri"/>
              </a:rPr>
              <a:t>Deployment Readiness</a:t>
            </a:r>
            <a:r>
              <a:rPr lang="en">
                <a:solidFill>
                  <a:schemeClr val="dk1"/>
                </a:solidFill>
                <a:latin typeface="Calibri"/>
                <a:ea typeface="Calibri"/>
                <a:cs typeface="Calibri"/>
                <a:sym typeface="Calibri"/>
              </a:rPr>
              <a:t>: Utilizes </a:t>
            </a:r>
            <a:r>
              <a:rPr b="1" lang="en">
                <a:solidFill>
                  <a:schemeClr val="dk1"/>
                </a:solidFill>
                <a:latin typeface="Calibri"/>
                <a:ea typeface="Calibri"/>
                <a:cs typeface="Calibri"/>
                <a:sym typeface="Calibri"/>
              </a:rPr>
              <a:t>Docker and Docker Compose</a:t>
            </a:r>
            <a:r>
              <a:rPr lang="en">
                <a:solidFill>
                  <a:schemeClr val="dk1"/>
                </a:solidFill>
                <a:latin typeface="Calibri"/>
                <a:ea typeface="Calibri"/>
                <a:cs typeface="Calibri"/>
                <a:sym typeface="Calibri"/>
              </a:rPr>
              <a:t> for consistent, containerized deployment across diverse enterprise cloud or on-premise environments.</a:t>
            </a:r>
            <a:endParaRPr>
              <a:solidFill>
                <a:schemeClr val="dk1"/>
              </a:solidFill>
              <a:latin typeface="Calibri"/>
              <a:ea typeface="Calibri"/>
              <a:cs typeface="Calibri"/>
              <a:sym typeface="Calibri"/>
            </a:endParaRPr>
          </a:p>
          <a:p>
            <a:pPr indent="-317500" lvl="0" marL="457200" rtl="0" algn="just">
              <a:lnSpc>
                <a:spcPct val="130000"/>
              </a:lnSpc>
              <a:spcBef>
                <a:spcPts val="0"/>
              </a:spcBef>
              <a:spcAft>
                <a:spcPts val="0"/>
              </a:spcAft>
              <a:buClr>
                <a:schemeClr val="dk1"/>
              </a:buClr>
              <a:buSzPts val="1400"/>
              <a:buFont typeface="Calibri"/>
              <a:buChar char="●"/>
            </a:pPr>
            <a:r>
              <a:rPr b="1" lang="en">
                <a:solidFill>
                  <a:schemeClr val="dk1"/>
                </a:solidFill>
                <a:latin typeface="Calibri"/>
                <a:ea typeface="Calibri"/>
                <a:cs typeface="Calibri"/>
                <a:sym typeface="Calibri"/>
              </a:rPr>
              <a:t>Stateful Orchestration</a:t>
            </a:r>
            <a:r>
              <a:rPr lang="en">
                <a:solidFill>
                  <a:schemeClr val="dk1"/>
                </a:solidFill>
                <a:latin typeface="Calibri"/>
                <a:ea typeface="Calibri"/>
                <a:cs typeface="Calibri"/>
                <a:sym typeface="Calibri"/>
              </a:rPr>
              <a:t>: The </a:t>
            </a:r>
            <a:r>
              <a:rPr b="1" lang="en">
                <a:solidFill>
                  <a:schemeClr val="dk1"/>
                </a:solidFill>
                <a:latin typeface="Calibri"/>
                <a:ea typeface="Calibri"/>
                <a:cs typeface="Calibri"/>
                <a:sym typeface="Calibri"/>
              </a:rPr>
              <a:t>LangGraph</a:t>
            </a:r>
            <a:r>
              <a:rPr lang="en">
                <a:solidFill>
                  <a:schemeClr val="dk1"/>
                </a:solidFill>
                <a:latin typeface="Calibri"/>
                <a:ea typeface="Calibri"/>
                <a:cs typeface="Calibri"/>
                <a:sym typeface="Calibri"/>
              </a:rPr>
              <a:t> orchestrator provides secure, stateful management of complex user sessions and multi-turn dialogues.</a:t>
            </a:r>
            <a:endParaRPr b="1">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8" name="Shape 208"/>
        <p:cNvGrpSpPr/>
        <p:nvPr/>
      </p:nvGrpSpPr>
      <p:grpSpPr>
        <a:xfrm>
          <a:off x="0" y="0"/>
          <a:ext cx="0" cy="0"/>
          <a:chOff x="0" y="0"/>
          <a:chExt cx="0" cy="0"/>
        </a:xfrm>
      </p:grpSpPr>
      <p:sp>
        <p:nvSpPr>
          <p:cNvPr id="209" name="Google Shape;209;p34"/>
          <p:cNvSpPr/>
          <p:nvPr/>
        </p:nvSpPr>
        <p:spPr>
          <a:xfrm>
            <a:off x="0" y="0"/>
            <a:ext cx="9144000" cy="749700"/>
          </a:xfrm>
          <a:prstGeom prst="rect">
            <a:avLst/>
          </a:prstGeom>
          <a:solidFill>
            <a:srgbClr val="58121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t/>
            </a:r>
            <a:endParaRPr b="1" sz="1600">
              <a:solidFill>
                <a:srgbClr val="FFFFFF"/>
              </a:solidFill>
              <a:latin typeface="Calibri"/>
              <a:ea typeface="Calibri"/>
              <a:cs typeface="Calibri"/>
              <a:sym typeface="Calibri"/>
            </a:endParaRPr>
          </a:p>
        </p:txBody>
      </p:sp>
      <p:sp>
        <p:nvSpPr>
          <p:cNvPr id="210" name="Google Shape;210;p34"/>
          <p:cNvSpPr txBox="1"/>
          <p:nvPr/>
        </p:nvSpPr>
        <p:spPr>
          <a:xfrm>
            <a:off x="163900" y="205500"/>
            <a:ext cx="8775000" cy="400200"/>
          </a:xfrm>
          <a:prstGeom prst="rect">
            <a:avLst/>
          </a:prstGeom>
          <a:noFill/>
          <a:ln>
            <a:noFill/>
          </a:ln>
        </p:spPr>
        <p:txBody>
          <a:bodyPr anchorCtr="0" anchor="t" bIns="45700" lIns="91425" spcFirstLastPara="1" rIns="91425" wrap="square" tIns="45700">
            <a:spAutoFit/>
          </a:bodyPr>
          <a:lstStyle/>
          <a:p>
            <a:pPr indent="0" lvl="0" marL="0" rtl="0" algn="l">
              <a:lnSpc>
                <a:spcPct val="140000"/>
              </a:lnSpc>
              <a:spcBef>
                <a:spcPts val="0"/>
              </a:spcBef>
              <a:spcAft>
                <a:spcPts val="0"/>
              </a:spcAft>
              <a:buClr>
                <a:schemeClr val="dk1"/>
              </a:buClr>
              <a:buFont typeface="Arial"/>
              <a:buNone/>
            </a:pPr>
            <a:r>
              <a:rPr b="1" lang="en" sz="2000">
                <a:solidFill>
                  <a:schemeClr val="lt1"/>
                </a:solidFill>
                <a:latin typeface="Calibri"/>
                <a:ea typeface="Calibri"/>
                <a:cs typeface="Calibri"/>
                <a:sym typeface="Calibri"/>
              </a:rPr>
              <a:t>Technical Details</a:t>
            </a:r>
            <a:endParaRPr b="1" sz="2000">
              <a:solidFill>
                <a:schemeClr val="lt1"/>
              </a:solidFill>
              <a:latin typeface="Calibri"/>
              <a:ea typeface="Calibri"/>
              <a:cs typeface="Calibri"/>
              <a:sym typeface="Calibri"/>
            </a:endParaRPr>
          </a:p>
        </p:txBody>
      </p:sp>
      <p:sp>
        <p:nvSpPr>
          <p:cNvPr id="211" name="Google Shape;211;p34"/>
          <p:cNvSpPr txBox="1"/>
          <p:nvPr/>
        </p:nvSpPr>
        <p:spPr>
          <a:xfrm>
            <a:off x="163900" y="850200"/>
            <a:ext cx="8775000" cy="4402200"/>
          </a:xfrm>
          <a:prstGeom prst="rect">
            <a:avLst/>
          </a:prstGeom>
          <a:noFill/>
          <a:ln>
            <a:noFill/>
          </a:ln>
        </p:spPr>
        <p:txBody>
          <a:bodyPr anchorCtr="0" anchor="t" bIns="91425" lIns="91425" spcFirstLastPara="1" rIns="91425" wrap="square" tIns="91425">
            <a:spAutoFit/>
          </a:bodyPr>
          <a:lstStyle/>
          <a:p>
            <a:pPr indent="0" lvl="0" marL="0" rtl="0" algn="just">
              <a:lnSpc>
                <a:spcPct val="130000"/>
              </a:lnSpc>
              <a:spcBef>
                <a:spcPts val="0"/>
              </a:spcBef>
              <a:spcAft>
                <a:spcPts val="0"/>
              </a:spcAft>
              <a:buNone/>
            </a:pPr>
            <a:r>
              <a:rPr b="1" lang="en" sz="1800">
                <a:solidFill>
                  <a:srgbClr val="1B1B27"/>
                </a:solidFill>
                <a:latin typeface="Calibri"/>
                <a:ea typeface="Calibri"/>
                <a:cs typeface="Calibri"/>
                <a:sym typeface="Calibri"/>
              </a:rPr>
              <a:t>Technical Complexity &amp; Evaluation</a:t>
            </a:r>
            <a:endParaRPr b="1" sz="1800">
              <a:solidFill>
                <a:srgbClr val="1B1B27"/>
              </a:solidFill>
              <a:latin typeface="Calibri"/>
              <a:ea typeface="Calibri"/>
              <a:cs typeface="Calibri"/>
              <a:sym typeface="Calibri"/>
            </a:endParaRPr>
          </a:p>
          <a:p>
            <a:pPr indent="-317500" lvl="0" marL="457200" marR="0" rtl="0" algn="l">
              <a:lnSpc>
                <a:spcPct val="130000"/>
              </a:lnSpc>
              <a:spcBef>
                <a:spcPts val="0"/>
              </a:spcBef>
              <a:spcAft>
                <a:spcPts val="0"/>
              </a:spcAft>
              <a:buClr>
                <a:schemeClr val="dk1"/>
              </a:buClr>
              <a:buSzPts val="1400"/>
              <a:buFont typeface="Calibri"/>
              <a:buChar char="●"/>
            </a:pPr>
            <a:r>
              <a:rPr b="1" lang="en">
                <a:solidFill>
                  <a:schemeClr val="dk1"/>
                </a:solidFill>
                <a:latin typeface="Calibri"/>
                <a:ea typeface="Calibri"/>
                <a:cs typeface="Calibri"/>
                <a:sym typeface="Calibri"/>
              </a:rPr>
              <a:t>Agentic Reasoning (ReAct):</a:t>
            </a:r>
            <a:r>
              <a:rPr lang="en">
                <a:solidFill>
                  <a:schemeClr val="dk1"/>
                </a:solidFill>
                <a:latin typeface="Calibri"/>
                <a:ea typeface="Calibri"/>
                <a:cs typeface="Calibri"/>
                <a:sym typeface="Calibri"/>
              </a:rPr>
              <a:t> Built on </a:t>
            </a:r>
            <a:r>
              <a:rPr b="1" lang="en">
                <a:solidFill>
                  <a:schemeClr val="dk1"/>
                </a:solidFill>
                <a:latin typeface="Calibri"/>
                <a:ea typeface="Calibri"/>
                <a:cs typeface="Calibri"/>
                <a:sym typeface="Calibri"/>
              </a:rPr>
              <a:t>LangGraph</a:t>
            </a:r>
            <a:r>
              <a:rPr lang="en">
                <a:solidFill>
                  <a:schemeClr val="dk1"/>
                </a:solidFill>
                <a:latin typeface="Calibri"/>
                <a:ea typeface="Calibri"/>
                <a:cs typeface="Calibri"/>
                <a:sym typeface="Calibri"/>
              </a:rPr>
              <a:t>, the system autonomously selects between Document Search, Jira Ticket Lookup, or Summarization based on query intent.</a:t>
            </a:r>
            <a:endParaRPr>
              <a:solidFill>
                <a:schemeClr val="dk1"/>
              </a:solidFill>
              <a:latin typeface="Calibri"/>
              <a:ea typeface="Calibri"/>
              <a:cs typeface="Calibri"/>
              <a:sym typeface="Calibri"/>
            </a:endParaRPr>
          </a:p>
          <a:p>
            <a:pPr indent="-317500" lvl="0" marL="457200" rtl="0" algn="l">
              <a:lnSpc>
                <a:spcPct val="130000"/>
              </a:lnSpc>
              <a:spcBef>
                <a:spcPts val="0"/>
              </a:spcBef>
              <a:spcAft>
                <a:spcPts val="0"/>
              </a:spcAft>
              <a:buClr>
                <a:schemeClr val="dk1"/>
              </a:buClr>
              <a:buSzPts val="1400"/>
              <a:buFont typeface="Calibri"/>
              <a:buChar char="●"/>
            </a:pPr>
            <a:r>
              <a:rPr b="1" lang="en">
                <a:solidFill>
                  <a:schemeClr val="dk1"/>
                </a:solidFill>
                <a:latin typeface="Calibri"/>
                <a:ea typeface="Calibri"/>
                <a:cs typeface="Calibri"/>
                <a:sym typeface="Calibri"/>
              </a:rPr>
              <a:t>Multi-Hop Anaysis</a:t>
            </a:r>
            <a:r>
              <a:rPr lang="en">
                <a:solidFill>
                  <a:schemeClr val="dk1"/>
                </a:solidFill>
                <a:latin typeface="Calibri"/>
                <a:ea typeface="Calibri"/>
                <a:cs typeface="Calibri"/>
                <a:sym typeface="Calibri"/>
              </a:rPr>
              <a:t>: Solves complex queries that require linking disparate data types, such as connecting a historical resolution in a support ticket to a current technical SOP. </a:t>
            </a:r>
            <a:endParaRPr>
              <a:solidFill>
                <a:schemeClr val="dk1"/>
              </a:solidFill>
              <a:latin typeface="Calibri"/>
              <a:ea typeface="Calibri"/>
              <a:cs typeface="Calibri"/>
              <a:sym typeface="Calibri"/>
            </a:endParaRPr>
          </a:p>
          <a:p>
            <a:pPr indent="-317500" lvl="1" marL="914400" marR="0" rtl="0" algn="l">
              <a:lnSpc>
                <a:spcPct val="130000"/>
              </a:lnSpc>
              <a:spcBef>
                <a:spcPts val="0"/>
              </a:spcBef>
              <a:spcAft>
                <a:spcPts val="0"/>
              </a:spcAft>
              <a:buClr>
                <a:schemeClr val="dk1"/>
              </a:buClr>
              <a:buSzPts val="1400"/>
              <a:buFont typeface="Calibri"/>
              <a:buChar char="○"/>
            </a:pPr>
            <a:r>
              <a:rPr b="1" lang="en">
                <a:solidFill>
                  <a:schemeClr val="dk1"/>
                </a:solidFill>
                <a:latin typeface="Calibri"/>
                <a:ea typeface="Calibri"/>
                <a:cs typeface="Calibri"/>
                <a:sym typeface="Calibri"/>
              </a:rPr>
              <a:t>Query: </a:t>
            </a:r>
            <a:r>
              <a:rPr lang="en">
                <a:solidFill>
                  <a:schemeClr val="dk1"/>
                </a:solidFill>
                <a:latin typeface="Calibri"/>
                <a:ea typeface="Calibri"/>
                <a:cs typeface="Calibri"/>
                <a:sym typeface="Calibri"/>
              </a:rPr>
              <a:t>"Why is VPN failing for the Mumbai branch?"</a:t>
            </a:r>
            <a:endParaRPr>
              <a:solidFill>
                <a:schemeClr val="dk1"/>
              </a:solidFill>
              <a:latin typeface="Calibri"/>
              <a:ea typeface="Calibri"/>
              <a:cs typeface="Calibri"/>
              <a:sym typeface="Calibri"/>
            </a:endParaRPr>
          </a:p>
          <a:p>
            <a:pPr indent="-317500" lvl="1" marL="914400" marR="0" rtl="0" algn="l">
              <a:lnSpc>
                <a:spcPct val="130000"/>
              </a:lnSpc>
              <a:spcBef>
                <a:spcPts val="0"/>
              </a:spcBef>
              <a:spcAft>
                <a:spcPts val="0"/>
              </a:spcAft>
              <a:buClr>
                <a:schemeClr val="dk1"/>
              </a:buClr>
              <a:buSzPts val="1400"/>
              <a:buFont typeface="Calibri"/>
              <a:buChar char="○"/>
            </a:pPr>
            <a:r>
              <a:rPr b="1" lang="en">
                <a:solidFill>
                  <a:schemeClr val="dk1"/>
                </a:solidFill>
                <a:latin typeface="Calibri"/>
                <a:ea typeface="Calibri"/>
                <a:cs typeface="Calibri"/>
                <a:sym typeface="Calibri"/>
              </a:rPr>
              <a:t>Agent Logic: </a:t>
            </a:r>
            <a:r>
              <a:rPr lang="en">
                <a:solidFill>
                  <a:schemeClr val="dk1"/>
                </a:solidFill>
                <a:latin typeface="Calibri"/>
                <a:ea typeface="Calibri"/>
                <a:cs typeface="Calibri"/>
                <a:sym typeface="Calibri"/>
              </a:rPr>
              <a:t>1. Pulls Mumbai Network SOP —&gt; 2. Checks Jira Tickets for recent branch outages —&gt; 3. Synthesizes a unified resolution.</a:t>
            </a:r>
            <a:endParaRPr>
              <a:solidFill>
                <a:schemeClr val="dk1"/>
              </a:solidFill>
              <a:latin typeface="Calibri"/>
              <a:ea typeface="Calibri"/>
              <a:cs typeface="Calibri"/>
              <a:sym typeface="Calibri"/>
            </a:endParaRPr>
          </a:p>
          <a:p>
            <a:pPr indent="-317500" lvl="0" marL="457200" marR="0" rtl="0" algn="l">
              <a:lnSpc>
                <a:spcPct val="130000"/>
              </a:lnSpc>
              <a:spcBef>
                <a:spcPts val="0"/>
              </a:spcBef>
              <a:spcAft>
                <a:spcPts val="0"/>
              </a:spcAft>
              <a:buClr>
                <a:schemeClr val="dk1"/>
              </a:buClr>
              <a:buSzPts val="1400"/>
              <a:buFont typeface="Calibri"/>
              <a:buChar char="●"/>
            </a:pPr>
            <a:r>
              <a:rPr b="1" lang="en">
                <a:solidFill>
                  <a:schemeClr val="dk1"/>
                </a:solidFill>
                <a:latin typeface="Calibri"/>
                <a:ea typeface="Calibri"/>
                <a:cs typeface="Calibri"/>
                <a:sym typeface="Calibri"/>
              </a:rPr>
              <a:t>Precision Reranking: </a:t>
            </a:r>
            <a:r>
              <a:rPr lang="en">
                <a:solidFill>
                  <a:schemeClr val="dk1"/>
                </a:solidFill>
                <a:latin typeface="Calibri"/>
                <a:ea typeface="Calibri"/>
                <a:cs typeface="Calibri"/>
                <a:sym typeface="Calibri"/>
              </a:rPr>
              <a:t>Utilizing BGE-Reranker to move beyond simple vector similarity, ensuring only the most contextually relevant chunks are processed.</a:t>
            </a:r>
            <a:endParaRPr>
              <a:solidFill>
                <a:schemeClr val="dk1"/>
              </a:solidFill>
              <a:latin typeface="Calibri"/>
              <a:ea typeface="Calibri"/>
              <a:cs typeface="Calibri"/>
              <a:sym typeface="Calibri"/>
            </a:endParaRPr>
          </a:p>
          <a:p>
            <a:pPr indent="-317500" lvl="0" marL="457200" marR="0" rtl="0" algn="l">
              <a:lnSpc>
                <a:spcPct val="130000"/>
              </a:lnSpc>
              <a:spcBef>
                <a:spcPts val="0"/>
              </a:spcBef>
              <a:spcAft>
                <a:spcPts val="0"/>
              </a:spcAft>
              <a:buClr>
                <a:schemeClr val="dk1"/>
              </a:buClr>
              <a:buSzPts val="1400"/>
              <a:buFont typeface="Calibri"/>
              <a:buChar char="●"/>
            </a:pPr>
            <a:r>
              <a:rPr b="1" lang="en">
                <a:solidFill>
                  <a:schemeClr val="dk1"/>
                </a:solidFill>
                <a:latin typeface="Calibri"/>
                <a:ea typeface="Calibri"/>
                <a:cs typeface="Calibri"/>
                <a:sym typeface="Calibri"/>
              </a:rPr>
              <a:t>Rigorous Benchmarking (RAGAS &amp; SQUAD):</a:t>
            </a:r>
            <a:endParaRPr b="1">
              <a:solidFill>
                <a:schemeClr val="dk1"/>
              </a:solidFill>
              <a:latin typeface="Calibri"/>
              <a:ea typeface="Calibri"/>
              <a:cs typeface="Calibri"/>
              <a:sym typeface="Calibri"/>
            </a:endParaRPr>
          </a:p>
          <a:p>
            <a:pPr indent="-317500" lvl="1" marL="914400" marR="0" rtl="0" algn="l">
              <a:lnSpc>
                <a:spcPct val="130000"/>
              </a:lnSpc>
              <a:spcBef>
                <a:spcPts val="0"/>
              </a:spcBef>
              <a:spcAft>
                <a:spcPts val="0"/>
              </a:spcAft>
              <a:buClr>
                <a:schemeClr val="dk1"/>
              </a:buClr>
              <a:buSzPts val="1400"/>
              <a:buFont typeface="Calibri"/>
              <a:buChar char="○"/>
            </a:pPr>
            <a:r>
              <a:rPr lang="en">
                <a:solidFill>
                  <a:schemeClr val="dk1"/>
                </a:solidFill>
                <a:latin typeface="Calibri"/>
                <a:ea typeface="Calibri"/>
                <a:cs typeface="Calibri"/>
                <a:sym typeface="Calibri"/>
              </a:rPr>
              <a:t>Answer Faithfulness: &gt; 0.85 (Ensuring zero hallucination).</a:t>
            </a:r>
            <a:endParaRPr>
              <a:solidFill>
                <a:schemeClr val="dk1"/>
              </a:solidFill>
              <a:latin typeface="Calibri"/>
              <a:ea typeface="Calibri"/>
              <a:cs typeface="Calibri"/>
              <a:sym typeface="Calibri"/>
            </a:endParaRPr>
          </a:p>
          <a:p>
            <a:pPr indent="-317500" lvl="1" marL="914400" marR="0" rtl="0" algn="l">
              <a:lnSpc>
                <a:spcPct val="130000"/>
              </a:lnSpc>
              <a:spcBef>
                <a:spcPts val="0"/>
              </a:spcBef>
              <a:spcAft>
                <a:spcPts val="0"/>
              </a:spcAft>
              <a:buClr>
                <a:schemeClr val="dk1"/>
              </a:buClr>
              <a:buSzPts val="1400"/>
              <a:buFont typeface="Calibri"/>
              <a:buChar char="○"/>
            </a:pPr>
            <a:r>
              <a:rPr lang="en">
                <a:solidFill>
                  <a:schemeClr val="dk1"/>
                </a:solidFill>
                <a:latin typeface="Calibri"/>
                <a:ea typeface="Calibri"/>
                <a:cs typeface="Calibri"/>
                <a:sym typeface="Calibri"/>
              </a:rPr>
              <a:t>Mean Reciprocal Rank (MRR): &gt; 0.80 (Ensuring top-tier retrieval accuracy).</a:t>
            </a:r>
            <a:endParaRPr>
              <a:solidFill>
                <a:schemeClr val="dk1"/>
              </a:solidFill>
              <a:latin typeface="Calibri"/>
              <a:ea typeface="Calibri"/>
              <a:cs typeface="Calibri"/>
              <a:sym typeface="Calibri"/>
            </a:endParaRPr>
          </a:p>
          <a:p>
            <a:pPr indent="-317500" lvl="0" marL="457200" marR="0" rtl="0" algn="l">
              <a:lnSpc>
                <a:spcPct val="130000"/>
              </a:lnSpc>
              <a:spcBef>
                <a:spcPts val="0"/>
              </a:spcBef>
              <a:spcAft>
                <a:spcPts val="0"/>
              </a:spcAft>
              <a:buClr>
                <a:schemeClr val="dk1"/>
              </a:buClr>
              <a:buSzPts val="1400"/>
              <a:buFont typeface="Calibri"/>
              <a:buChar char="●"/>
            </a:pPr>
            <a:r>
              <a:rPr b="1" lang="en">
                <a:solidFill>
                  <a:schemeClr val="dk1"/>
                </a:solidFill>
                <a:latin typeface="Calibri"/>
                <a:ea typeface="Calibri"/>
                <a:cs typeface="Calibri"/>
                <a:sym typeface="Calibri"/>
              </a:rPr>
              <a:t>Human-in-the-loop: </a:t>
            </a:r>
            <a:r>
              <a:rPr lang="en">
                <a:solidFill>
                  <a:schemeClr val="dk1"/>
                </a:solidFill>
                <a:latin typeface="Calibri"/>
                <a:ea typeface="Calibri"/>
                <a:cs typeface="Calibri"/>
                <a:sym typeface="Calibri"/>
              </a:rPr>
              <a:t>Any reasoning path with a confidence score &lt; 0.65 is automatically flagged for human expert intervention to ensure 100% reliability.</a:t>
            </a:r>
            <a:endParaRPr b="1" sz="1800">
              <a:solidFill>
                <a:srgbClr val="1B1B27"/>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581212"/>
        </a:solidFill>
      </p:bgPr>
    </p:bg>
    <p:spTree>
      <p:nvGrpSpPr>
        <p:cNvPr id="216" name="Shape 216"/>
        <p:cNvGrpSpPr/>
        <p:nvPr/>
      </p:nvGrpSpPr>
      <p:grpSpPr>
        <a:xfrm>
          <a:off x="0" y="0"/>
          <a:ext cx="0" cy="0"/>
          <a:chOff x="0" y="0"/>
          <a:chExt cx="0" cy="0"/>
        </a:xfrm>
      </p:grpSpPr>
      <p:sp>
        <p:nvSpPr>
          <p:cNvPr id="217" name="Google Shape;217;p35"/>
          <p:cNvSpPr/>
          <p:nvPr/>
        </p:nvSpPr>
        <p:spPr>
          <a:xfrm>
            <a:off x="108025" y="98650"/>
            <a:ext cx="8889600" cy="4920300"/>
          </a:xfrm>
          <a:prstGeom prst="rect">
            <a:avLst/>
          </a:prstGeom>
          <a:noFill/>
          <a:ln>
            <a:noFill/>
          </a:ln>
        </p:spPr>
        <p:txBody>
          <a:bodyPr anchorCtr="0" anchor="ctr" bIns="0" lIns="0" spcFirstLastPara="1" rIns="0" wrap="square" tIns="0">
            <a:noAutofit/>
          </a:bodyPr>
          <a:lstStyle/>
          <a:p>
            <a:pPr indent="0" lvl="0" marL="0" marR="0" rtl="0" algn="ctr">
              <a:lnSpc>
                <a:spcPct val="130000"/>
              </a:lnSpc>
              <a:spcBef>
                <a:spcPts val="0"/>
              </a:spcBef>
              <a:spcAft>
                <a:spcPts val="0"/>
              </a:spcAft>
              <a:buClr>
                <a:schemeClr val="lt1"/>
              </a:buClr>
              <a:buSzPts val="3400"/>
              <a:buFont typeface="Calibri"/>
              <a:buNone/>
            </a:pPr>
            <a:r>
              <a:rPr b="1" lang="en" sz="3600">
                <a:solidFill>
                  <a:srgbClr val="FFFFFF"/>
                </a:solidFill>
                <a:latin typeface="Calibri"/>
                <a:ea typeface="Calibri"/>
                <a:cs typeface="Calibri"/>
                <a:sym typeface="Calibri"/>
              </a:rPr>
              <a:t>THANK YOU</a:t>
            </a:r>
            <a:endParaRPr b="1" sz="3600">
              <a:solidFill>
                <a:srgbClr val="FFFFFF"/>
              </a:solidFill>
              <a:latin typeface="Calibri"/>
              <a:ea typeface="Calibri"/>
              <a:cs typeface="Calibri"/>
              <a:sym typeface="Calibri"/>
            </a:endParaRPr>
          </a:p>
          <a:p>
            <a:pPr indent="0" lvl="0" marL="0" marR="0" rtl="0" algn="l">
              <a:lnSpc>
                <a:spcPct val="130000"/>
              </a:lnSpc>
              <a:spcBef>
                <a:spcPts val="0"/>
              </a:spcBef>
              <a:spcAft>
                <a:spcPts val="0"/>
              </a:spcAft>
              <a:buClr>
                <a:schemeClr val="lt1"/>
              </a:buClr>
              <a:buSzPts val="3400"/>
              <a:buFont typeface="Calibri"/>
              <a:buNone/>
            </a:pPr>
            <a:r>
              <a:t/>
            </a:r>
            <a:endParaRPr b="1" sz="1600">
              <a:solidFill>
                <a:schemeClr val="lt1"/>
              </a:solidFill>
              <a:latin typeface="Calibri"/>
              <a:ea typeface="Calibri"/>
              <a:cs typeface="Calibri"/>
              <a:sym typeface="Calibri"/>
            </a:endParaRPr>
          </a:p>
        </p:txBody>
      </p:sp>
      <p:sp>
        <p:nvSpPr>
          <p:cNvPr id="218" name="Google Shape;218;p35"/>
          <p:cNvSpPr/>
          <p:nvPr/>
        </p:nvSpPr>
        <p:spPr>
          <a:xfrm>
            <a:off x="6035040" y="2114550"/>
            <a:ext cx="27432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581212"/>
              </a:buClr>
              <a:buSzPts val="4000"/>
              <a:buFont typeface="Arial Rounded"/>
              <a:buNone/>
            </a:pPr>
            <a:r>
              <a:t/>
            </a:r>
            <a:endParaRPr b="0" i="0" sz="4000" u="none" cap="none" strike="noStrike">
              <a:solidFill>
                <a:schemeClr val="dk1"/>
              </a:solidFill>
              <a:latin typeface="Calibri"/>
              <a:ea typeface="Calibri"/>
              <a:cs typeface="Calibri"/>
              <a:sym typeface="Calibri"/>
            </a:endParaRPr>
          </a:p>
        </p:txBody>
      </p:sp>
      <p:pic>
        <p:nvPicPr>
          <p:cNvPr id="219" name="Google Shape;219;p35"/>
          <p:cNvPicPr preferRelativeResize="0"/>
          <p:nvPr/>
        </p:nvPicPr>
        <p:blipFill>
          <a:blip r:embed="rId3">
            <a:alphaModFix/>
          </a:blip>
          <a:stretch>
            <a:fillRect/>
          </a:stretch>
        </p:blipFill>
        <p:spPr>
          <a:xfrm>
            <a:off x="5754175" y="4646877"/>
            <a:ext cx="3243452" cy="372075"/>
          </a:xfrm>
          <a:prstGeom prst="rect">
            <a:avLst/>
          </a:prstGeom>
          <a:solidFill>
            <a:schemeClr val="lt1"/>
          </a:solidFill>
          <a:ln>
            <a:noFill/>
          </a:ln>
        </p:spPr>
      </p:pic>
      <p:sp>
        <p:nvSpPr>
          <p:cNvPr descr="https://drive.google.com/file/d/1ED3VKmqC2zwhusGIKjzZjz6SuIYfVdBh/view?usp=sharing" id="220" name="Google Shape;220;p35" title="Video link: https://drive.google.com/file/d/1ED3VKmqC2zwhusGIKjzZjz6SuIYfVdBh/view?usp=sharing">
            <a:hlinkClick r:id="rId4"/>
          </p:cNvPr>
          <p:cNvSpPr/>
          <p:nvPr/>
        </p:nvSpPr>
        <p:spPr>
          <a:xfrm>
            <a:off x="2647174" y="2910025"/>
            <a:ext cx="4052700" cy="3720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b="1" lang="en" sz="2100">
                <a:solidFill>
                  <a:schemeClr val="accent1"/>
                </a:solidFill>
                <a:latin typeface="Calibri"/>
                <a:ea typeface="Calibri"/>
                <a:cs typeface="Calibri"/>
                <a:sym typeface="Calibri"/>
              </a:rPr>
              <a:t>WATCH OUR 2-MIN PITCH VIDEO</a:t>
            </a:r>
            <a:endParaRPr b="1" sz="2100">
              <a:solidFill>
                <a:schemeClr val="accent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